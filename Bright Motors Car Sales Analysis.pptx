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1BE9E9-33FF-4EFF-B02C-1E79D6C80547}" v="6" dt="2025-11-25T16:44:27.4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elisa Dlamini" userId="1cb46e2c472cf80f" providerId="LiveId" clId="{E244BF1B-E594-450F-A2F7-0A7D1082DBE7}"/>
    <pc:docChg chg="undo redo custSel modSld">
      <pc:chgData name="Anelisa Dlamini" userId="1cb46e2c472cf80f" providerId="LiveId" clId="{E244BF1B-E594-450F-A2F7-0A7D1082DBE7}" dt="2025-11-25T17:20:23.434" v="255" actId="20577"/>
      <pc:docMkLst>
        <pc:docMk/>
      </pc:docMkLst>
      <pc:sldChg chg="addSp delSp modSp mod setBg addAnim delAnim">
        <pc:chgData name="Anelisa Dlamini" userId="1cb46e2c472cf80f" providerId="LiveId" clId="{E244BF1B-E594-450F-A2F7-0A7D1082DBE7}" dt="2025-11-25T16:48:21.849" v="203"/>
        <pc:sldMkLst>
          <pc:docMk/>
          <pc:sldMk cId="1348091120" sldId="256"/>
        </pc:sldMkLst>
        <pc:spChg chg="mod">
          <ac:chgData name="Anelisa Dlamini" userId="1cb46e2c472cf80f" providerId="LiveId" clId="{E244BF1B-E594-450F-A2F7-0A7D1082DBE7}" dt="2025-11-25T16:48:21.849" v="201" actId="26606"/>
          <ac:spMkLst>
            <pc:docMk/>
            <pc:sldMk cId="1348091120" sldId="256"/>
            <ac:spMk id="2" creationId="{02346DB1-027E-EFC6-7F3E-0C977DC78E4A}"/>
          </ac:spMkLst>
        </pc:spChg>
        <pc:spChg chg="mod">
          <ac:chgData name="Anelisa Dlamini" userId="1cb46e2c472cf80f" providerId="LiveId" clId="{E244BF1B-E594-450F-A2F7-0A7D1082DBE7}" dt="2025-11-25T16:48:21.849" v="201" actId="26606"/>
          <ac:spMkLst>
            <pc:docMk/>
            <pc:sldMk cId="1348091120" sldId="256"/>
            <ac:spMk id="3" creationId="{0DE528B9-7770-899B-F2C6-BB94A553F9BB}"/>
          </ac:spMkLst>
        </pc:spChg>
        <pc:spChg chg="add del">
          <ac:chgData name="Anelisa Dlamini" userId="1cb46e2c472cf80f" providerId="LiveId" clId="{E244BF1B-E594-450F-A2F7-0A7D1082DBE7}" dt="2025-11-25T16:48:21.826" v="200" actId="26606"/>
          <ac:spMkLst>
            <pc:docMk/>
            <pc:sldMk cId="1348091120" sldId="256"/>
            <ac:spMk id="9" creationId="{EB0222B5-B739-82A9-5CCC-C5585AE12A69}"/>
          </ac:spMkLst>
        </pc:spChg>
        <pc:spChg chg="add del">
          <ac:chgData name="Anelisa Dlamini" userId="1cb46e2c472cf80f" providerId="LiveId" clId="{E244BF1B-E594-450F-A2F7-0A7D1082DBE7}" dt="2025-11-25T16:48:21.826" v="200" actId="26606"/>
          <ac:spMkLst>
            <pc:docMk/>
            <pc:sldMk cId="1348091120" sldId="256"/>
            <ac:spMk id="11" creationId="{5BE23E75-E7E9-4D9F-6D25-5512363F8621}"/>
          </ac:spMkLst>
        </pc:spChg>
        <pc:spChg chg="add">
          <ac:chgData name="Anelisa Dlamini" userId="1cb46e2c472cf80f" providerId="LiveId" clId="{E244BF1B-E594-450F-A2F7-0A7D1082DBE7}" dt="2025-11-25T16:48:21.849" v="201" actId="26606"/>
          <ac:spMkLst>
            <pc:docMk/>
            <pc:sldMk cId="1348091120" sldId="256"/>
            <ac:spMk id="15" creationId="{3AD630B4-4CCC-7B1D-1803-DAED942D7E50}"/>
          </ac:spMkLst>
        </pc:spChg>
        <pc:picChg chg="add del">
          <ac:chgData name="Anelisa Dlamini" userId="1cb46e2c472cf80f" providerId="LiveId" clId="{E244BF1B-E594-450F-A2F7-0A7D1082DBE7}" dt="2025-11-25T16:48:21.826" v="200" actId="26606"/>
          <ac:picMkLst>
            <pc:docMk/>
            <pc:sldMk cId="1348091120" sldId="256"/>
            <ac:picMk id="5" creationId="{7F9E756D-DF22-E46D-0EDD-8872CF899045}"/>
          </ac:picMkLst>
        </pc:picChg>
        <pc:picChg chg="add">
          <ac:chgData name="Anelisa Dlamini" userId="1cb46e2c472cf80f" providerId="LiveId" clId="{E244BF1B-E594-450F-A2F7-0A7D1082DBE7}" dt="2025-11-25T16:48:21.849" v="201" actId="26606"/>
          <ac:picMkLst>
            <pc:docMk/>
            <pc:sldMk cId="1348091120" sldId="256"/>
            <ac:picMk id="16" creationId="{62889582-4708-F6F8-1E14-2B2F8D304230}"/>
          </ac:picMkLst>
        </pc:picChg>
        <pc:cxnChg chg="add del">
          <ac:chgData name="Anelisa Dlamini" userId="1cb46e2c472cf80f" providerId="LiveId" clId="{E244BF1B-E594-450F-A2F7-0A7D1082DBE7}" dt="2025-11-25T16:48:21.826" v="200" actId="26606"/>
          <ac:cxnSpMkLst>
            <pc:docMk/>
            <pc:sldMk cId="1348091120" sldId="256"/>
            <ac:cxnSpMk id="13" creationId="{61B115DB-65EB-3FC3-7284-CFDF4ADC60B6}"/>
          </ac:cxnSpMkLst>
        </pc:cxnChg>
        <pc:cxnChg chg="add">
          <ac:chgData name="Anelisa Dlamini" userId="1cb46e2c472cf80f" providerId="LiveId" clId="{E244BF1B-E594-450F-A2F7-0A7D1082DBE7}" dt="2025-11-25T16:48:21.849" v="201" actId="26606"/>
          <ac:cxnSpMkLst>
            <pc:docMk/>
            <pc:sldMk cId="1348091120" sldId="256"/>
            <ac:cxnSpMk id="17" creationId="{49264613-F0F7-08CE-0ADF-98407A64DAE6}"/>
          </ac:cxnSpMkLst>
        </pc:cxnChg>
      </pc:sldChg>
      <pc:sldChg chg="addSp modSp mod setBg">
        <pc:chgData name="Anelisa Dlamini" userId="1cb46e2c472cf80f" providerId="LiveId" clId="{E244BF1B-E594-450F-A2F7-0A7D1082DBE7}" dt="2025-11-25T17:14:49.092" v="204" actId="26606"/>
        <pc:sldMkLst>
          <pc:docMk/>
          <pc:sldMk cId="182763832" sldId="257"/>
        </pc:sldMkLst>
        <pc:spChg chg="mod">
          <ac:chgData name="Anelisa Dlamini" userId="1cb46e2c472cf80f" providerId="LiveId" clId="{E244BF1B-E594-450F-A2F7-0A7D1082DBE7}" dt="2025-11-25T17:14:49.092" v="204" actId="26606"/>
          <ac:spMkLst>
            <pc:docMk/>
            <pc:sldMk cId="182763832" sldId="257"/>
            <ac:spMk id="2" creationId="{1330F081-790E-D016-319D-A2651656B531}"/>
          </ac:spMkLst>
        </pc:spChg>
        <pc:spChg chg="mod">
          <ac:chgData name="Anelisa Dlamini" userId="1cb46e2c472cf80f" providerId="LiveId" clId="{E244BF1B-E594-450F-A2F7-0A7D1082DBE7}" dt="2025-11-25T17:14:49.092" v="204" actId="26606"/>
          <ac:spMkLst>
            <pc:docMk/>
            <pc:sldMk cId="182763832" sldId="257"/>
            <ac:spMk id="3" creationId="{FD84A92A-FD29-602A-5886-C06C8AAB1A96}"/>
          </ac:spMkLst>
        </pc:spChg>
        <pc:spChg chg="add">
          <ac:chgData name="Anelisa Dlamini" userId="1cb46e2c472cf80f" providerId="LiveId" clId="{E244BF1B-E594-450F-A2F7-0A7D1082DBE7}" dt="2025-11-25T17:14:49.092" v="204" actId="26606"/>
          <ac:spMkLst>
            <pc:docMk/>
            <pc:sldMk cId="182763832" sldId="257"/>
            <ac:spMk id="8" creationId="{09588DA8-065E-4F6F-8EFD-43104AB2E0CF}"/>
          </ac:spMkLst>
        </pc:spChg>
        <pc:spChg chg="add">
          <ac:chgData name="Anelisa Dlamini" userId="1cb46e2c472cf80f" providerId="LiveId" clId="{E244BF1B-E594-450F-A2F7-0A7D1082DBE7}" dt="2025-11-25T17:14:49.092" v="204" actId="26606"/>
          <ac:spMkLst>
            <pc:docMk/>
            <pc:sldMk cId="182763832" sldId="257"/>
            <ac:spMk id="10" creationId="{C4285719-470E-454C-AF62-8323075F1F5B}"/>
          </ac:spMkLst>
        </pc:spChg>
        <pc:spChg chg="add">
          <ac:chgData name="Anelisa Dlamini" userId="1cb46e2c472cf80f" providerId="LiveId" clId="{E244BF1B-E594-450F-A2F7-0A7D1082DBE7}" dt="2025-11-25T17:14:49.092" v="204" actId="26606"/>
          <ac:spMkLst>
            <pc:docMk/>
            <pc:sldMk cId="182763832" sldId="257"/>
            <ac:spMk id="12" creationId="{CD9FE4EF-C4D8-49A0-B2FF-81D8DB7D8A24}"/>
          </ac:spMkLst>
        </pc:spChg>
        <pc:spChg chg="add">
          <ac:chgData name="Anelisa Dlamini" userId="1cb46e2c472cf80f" providerId="LiveId" clId="{E244BF1B-E594-450F-A2F7-0A7D1082DBE7}" dt="2025-11-25T17:14:49.092" v="204" actId="26606"/>
          <ac:spMkLst>
            <pc:docMk/>
            <pc:sldMk cId="182763832" sldId="257"/>
            <ac:spMk id="14" creationId="{4300840D-0A0B-4512-BACA-B439D5B9C57C}"/>
          </ac:spMkLst>
        </pc:spChg>
        <pc:spChg chg="add">
          <ac:chgData name="Anelisa Dlamini" userId="1cb46e2c472cf80f" providerId="LiveId" clId="{E244BF1B-E594-450F-A2F7-0A7D1082DBE7}" dt="2025-11-25T17:14:49.092" v="204" actId="26606"/>
          <ac:spMkLst>
            <pc:docMk/>
            <pc:sldMk cId="182763832" sldId="257"/>
            <ac:spMk id="16" creationId="{D2B78728-A580-49A7-84F9-6EF6F583ADE0}"/>
          </ac:spMkLst>
        </pc:spChg>
        <pc:spChg chg="add">
          <ac:chgData name="Anelisa Dlamini" userId="1cb46e2c472cf80f" providerId="LiveId" clId="{E244BF1B-E594-450F-A2F7-0A7D1082DBE7}" dt="2025-11-25T17:14:49.092" v="204" actId="26606"/>
          <ac:spMkLst>
            <pc:docMk/>
            <pc:sldMk cId="182763832" sldId="257"/>
            <ac:spMk id="18" creationId="{38FAA1A1-D861-433F-88FA-1E9D6FD31D11}"/>
          </ac:spMkLst>
        </pc:spChg>
        <pc:spChg chg="add">
          <ac:chgData name="Anelisa Dlamini" userId="1cb46e2c472cf80f" providerId="LiveId" clId="{E244BF1B-E594-450F-A2F7-0A7D1082DBE7}" dt="2025-11-25T17:14:49.092" v="204" actId="26606"/>
          <ac:spMkLst>
            <pc:docMk/>
            <pc:sldMk cId="182763832" sldId="257"/>
            <ac:spMk id="20" creationId="{8D71EDA1-87BF-4D5D-AB79-F346FD19278A}"/>
          </ac:spMkLst>
        </pc:spChg>
      </pc:sldChg>
      <pc:sldChg chg="addSp delSp modSp mod">
        <pc:chgData name="Anelisa Dlamini" userId="1cb46e2c472cf80f" providerId="LiveId" clId="{E244BF1B-E594-450F-A2F7-0A7D1082DBE7}" dt="2025-11-25T17:15:56.319" v="206" actId="26606"/>
        <pc:sldMkLst>
          <pc:docMk/>
          <pc:sldMk cId="2070977928" sldId="258"/>
        </pc:sldMkLst>
        <pc:spChg chg="mod">
          <ac:chgData name="Anelisa Dlamini" userId="1cb46e2c472cf80f" providerId="LiveId" clId="{E244BF1B-E594-450F-A2F7-0A7D1082DBE7}" dt="2025-11-25T17:15:56.319" v="206" actId="26606"/>
          <ac:spMkLst>
            <pc:docMk/>
            <pc:sldMk cId="2070977928" sldId="258"/>
            <ac:spMk id="2" creationId="{44003715-6D1F-EF33-7086-61E4B4ED35E0}"/>
          </ac:spMkLst>
        </pc:spChg>
        <pc:spChg chg="mod">
          <ac:chgData name="Anelisa Dlamini" userId="1cb46e2c472cf80f" providerId="LiveId" clId="{E244BF1B-E594-450F-A2F7-0A7D1082DBE7}" dt="2025-11-25T17:15:56.319" v="206" actId="26606"/>
          <ac:spMkLst>
            <pc:docMk/>
            <pc:sldMk cId="2070977928" sldId="258"/>
            <ac:spMk id="5" creationId="{C883B2C1-5559-E643-55AF-14BBB96476B4}"/>
          </ac:spMkLst>
        </pc:spChg>
        <pc:spChg chg="add del">
          <ac:chgData name="Anelisa Dlamini" userId="1cb46e2c472cf80f" providerId="LiveId" clId="{E244BF1B-E594-450F-A2F7-0A7D1082DBE7}" dt="2025-11-25T17:15:56.319" v="206" actId="26606"/>
          <ac:spMkLst>
            <pc:docMk/>
            <pc:sldMk cId="2070977928" sldId="258"/>
            <ac:spMk id="56" creationId="{3346177D-ADC4-4968-B747-5CFCD390B5B9}"/>
          </ac:spMkLst>
        </pc:spChg>
        <pc:spChg chg="add del">
          <ac:chgData name="Anelisa Dlamini" userId="1cb46e2c472cf80f" providerId="LiveId" clId="{E244BF1B-E594-450F-A2F7-0A7D1082DBE7}" dt="2025-11-25T17:15:56.319" v="206" actId="26606"/>
          <ac:spMkLst>
            <pc:docMk/>
            <pc:sldMk cId="2070977928" sldId="258"/>
            <ac:spMk id="58" creationId="{0844A943-BF79-4FEA-ABB1-3BD54D236606}"/>
          </ac:spMkLst>
        </pc:spChg>
        <pc:spChg chg="add del">
          <ac:chgData name="Anelisa Dlamini" userId="1cb46e2c472cf80f" providerId="LiveId" clId="{E244BF1B-E594-450F-A2F7-0A7D1082DBE7}" dt="2025-11-25T17:15:56.319" v="206" actId="26606"/>
          <ac:spMkLst>
            <pc:docMk/>
            <pc:sldMk cId="2070977928" sldId="258"/>
            <ac:spMk id="60" creationId="{6437CC72-F4A8-4DC3-AFAB-D22C482C8100}"/>
          </ac:spMkLst>
        </pc:spChg>
        <pc:spChg chg="add del">
          <ac:chgData name="Anelisa Dlamini" userId="1cb46e2c472cf80f" providerId="LiveId" clId="{E244BF1B-E594-450F-A2F7-0A7D1082DBE7}" dt="2025-11-25T17:15:56.319" v="206" actId="26606"/>
          <ac:spMkLst>
            <pc:docMk/>
            <pc:sldMk cId="2070977928" sldId="258"/>
            <ac:spMk id="65" creationId="{C4285719-470E-454C-AF62-8323075F1F5B}"/>
          </ac:spMkLst>
        </pc:spChg>
        <pc:spChg chg="add del">
          <ac:chgData name="Anelisa Dlamini" userId="1cb46e2c472cf80f" providerId="LiveId" clId="{E244BF1B-E594-450F-A2F7-0A7D1082DBE7}" dt="2025-11-25T17:15:56.319" v="206" actId="26606"/>
          <ac:spMkLst>
            <pc:docMk/>
            <pc:sldMk cId="2070977928" sldId="258"/>
            <ac:spMk id="69" creationId="{4300840D-0A0B-4512-BACA-B439D5B9C57C}"/>
          </ac:spMkLst>
        </pc:spChg>
        <pc:spChg chg="add del">
          <ac:chgData name="Anelisa Dlamini" userId="1cb46e2c472cf80f" providerId="LiveId" clId="{E244BF1B-E594-450F-A2F7-0A7D1082DBE7}" dt="2025-11-25T17:15:56.319" v="206" actId="26606"/>
          <ac:spMkLst>
            <pc:docMk/>
            <pc:sldMk cId="2070977928" sldId="258"/>
            <ac:spMk id="71" creationId="{D2B78728-A580-49A7-84F9-6EF6F583ADE0}"/>
          </ac:spMkLst>
        </pc:spChg>
        <pc:spChg chg="add del">
          <ac:chgData name="Anelisa Dlamini" userId="1cb46e2c472cf80f" providerId="LiveId" clId="{E244BF1B-E594-450F-A2F7-0A7D1082DBE7}" dt="2025-11-25T17:15:56.319" v="206" actId="26606"/>
          <ac:spMkLst>
            <pc:docMk/>
            <pc:sldMk cId="2070977928" sldId="258"/>
            <ac:spMk id="73" creationId="{38FAA1A1-D861-433F-88FA-1E9D6FD31D11}"/>
          </ac:spMkLst>
        </pc:spChg>
        <pc:spChg chg="add del">
          <ac:chgData name="Anelisa Dlamini" userId="1cb46e2c472cf80f" providerId="LiveId" clId="{E244BF1B-E594-450F-A2F7-0A7D1082DBE7}" dt="2025-11-25T17:15:56.319" v="206" actId="26606"/>
          <ac:spMkLst>
            <pc:docMk/>
            <pc:sldMk cId="2070977928" sldId="258"/>
            <ac:spMk id="75" creationId="{8D71EDA1-87BF-4D5D-AB79-F346FD19278A}"/>
          </ac:spMkLst>
        </pc:spChg>
      </pc:sldChg>
      <pc:sldChg chg="addSp delSp modSp mod setBg">
        <pc:chgData name="Anelisa Dlamini" userId="1cb46e2c472cf80f" providerId="LiveId" clId="{E244BF1B-E594-450F-A2F7-0A7D1082DBE7}" dt="2025-11-25T17:17:08.777" v="218" actId="14100"/>
        <pc:sldMkLst>
          <pc:docMk/>
          <pc:sldMk cId="3442863087" sldId="259"/>
        </pc:sldMkLst>
        <pc:spChg chg="mod">
          <ac:chgData name="Anelisa Dlamini" userId="1cb46e2c472cf80f" providerId="LiveId" clId="{E244BF1B-E594-450F-A2F7-0A7D1082DBE7}" dt="2025-11-25T17:16:37.980" v="212" actId="26606"/>
          <ac:spMkLst>
            <pc:docMk/>
            <pc:sldMk cId="3442863087" sldId="259"/>
            <ac:spMk id="2" creationId="{080689BD-CD5A-6124-7544-93F529227044}"/>
          </ac:spMkLst>
        </pc:spChg>
        <pc:spChg chg="mod">
          <ac:chgData name="Anelisa Dlamini" userId="1cb46e2c472cf80f" providerId="LiveId" clId="{E244BF1B-E594-450F-A2F7-0A7D1082DBE7}" dt="2025-11-25T17:16:58.093" v="216" actId="1076"/>
          <ac:spMkLst>
            <pc:docMk/>
            <pc:sldMk cId="3442863087" sldId="259"/>
            <ac:spMk id="5" creationId="{AB5335B4-BE2D-B0AE-D0C2-CCA66E63C764}"/>
          </ac:spMkLst>
        </pc:spChg>
        <pc:spChg chg="add del">
          <ac:chgData name="Anelisa Dlamini" userId="1cb46e2c472cf80f" providerId="LiveId" clId="{E244BF1B-E594-450F-A2F7-0A7D1082DBE7}" dt="2025-11-25T17:16:37.980" v="212" actId="26606"/>
          <ac:spMkLst>
            <pc:docMk/>
            <pc:sldMk cId="3442863087" sldId="259"/>
            <ac:spMk id="10" creationId="{3346177D-ADC4-4968-B747-5CFCD390B5B9}"/>
          </ac:spMkLst>
        </pc:spChg>
        <pc:spChg chg="add del">
          <ac:chgData name="Anelisa Dlamini" userId="1cb46e2c472cf80f" providerId="LiveId" clId="{E244BF1B-E594-450F-A2F7-0A7D1082DBE7}" dt="2025-11-25T17:16:37.980" v="212" actId="26606"/>
          <ac:spMkLst>
            <pc:docMk/>
            <pc:sldMk cId="3442863087" sldId="259"/>
            <ac:spMk id="12" creationId="{0844A943-BF79-4FEA-ABB1-3BD54D236606}"/>
          </ac:spMkLst>
        </pc:spChg>
        <pc:spChg chg="add del">
          <ac:chgData name="Anelisa Dlamini" userId="1cb46e2c472cf80f" providerId="LiveId" clId="{E244BF1B-E594-450F-A2F7-0A7D1082DBE7}" dt="2025-11-25T17:16:37.980" v="212" actId="26606"/>
          <ac:spMkLst>
            <pc:docMk/>
            <pc:sldMk cId="3442863087" sldId="259"/>
            <ac:spMk id="14" creationId="{6437CC72-F4A8-4DC3-AFAB-D22C482C8100}"/>
          </ac:spMkLst>
        </pc:spChg>
        <pc:spChg chg="add">
          <ac:chgData name="Anelisa Dlamini" userId="1cb46e2c472cf80f" providerId="LiveId" clId="{E244BF1B-E594-450F-A2F7-0A7D1082DBE7}" dt="2025-11-25T17:16:37.980" v="212" actId="26606"/>
          <ac:spMkLst>
            <pc:docMk/>
            <pc:sldMk cId="3442863087" sldId="259"/>
            <ac:spMk id="19" creationId="{1B15ED52-F352-441B-82BF-E0EA34836D08}"/>
          </ac:spMkLst>
        </pc:spChg>
        <pc:spChg chg="add">
          <ac:chgData name="Anelisa Dlamini" userId="1cb46e2c472cf80f" providerId="LiveId" clId="{E244BF1B-E594-450F-A2F7-0A7D1082DBE7}" dt="2025-11-25T17:16:37.980" v="212" actId="26606"/>
          <ac:spMkLst>
            <pc:docMk/>
            <pc:sldMk cId="3442863087" sldId="259"/>
            <ac:spMk id="21" creationId="{3B2E3793-BFE6-45A2-9B7B-E18844431C99}"/>
          </ac:spMkLst>
        </pc:spChg>
        <pc:spChg chg="add">
          <ac:chgData name="Anelisa Dlamini" userId="1cb46e2c472cf80f" providerId="LiveId" clId="{E244BF1B-E594-450F-A2F7-0A7D1082DBE7}" dt="2025-11-25T17:16:37.980" v="212" actId="26606"/>
          <ac:spMkLst>
            <pc:docMk/>
            <pc:sldMk cId="3442863087" sldId="259"/>
            <ac:spMk id="23" creationId="{BC4C4868-CB8F-4AF9-9CDB-8108F2C19B67}"/>
          </ac:spMkLst>
        </pc:spChg>
        <pc:spChg chg="add">
          <ac:chgData name="Anelisa Dlamini" userId="1cb46e2c472cf80f" providerId="LiveId" clId="{E244BF1B-E594-450F-A2F7-0A7D1082DBE7}" dt="2025-11-25T17:16:37.980" v="212" actId="26606"/>
          <ac:spMkLst>
            <pc:docMk/>
            <pc:sldMk cId="3442863087" sldId="259"/>
            <ac:spMk id="25" creationId="{375E0459-6403-40CD-989D-56A4407CA12E}"/>
          </ac:spMkLst>
        </pc:spChg>
        <pc:spChg chg="add">
          <ac:chgData name="Anelisa Dlamini" userId="1cb46e2c472cf80f" providerId="LiveId" clId="{E244BF1B-E594-450F-A2F7-0A7D1082DBE7}" dt="2025-11-25T17:16:37.980" v="212" actId="26606"/>
          <ac:spMkLst>
            <pc:docMk/>
            <pc:sldMk cId="3442863087" sldId="259"/>
            <ac:spMk id="27" creationId="{53E5B1A8-3AC9-4BD1-9BBC-78CA94F2D1BA}"/>
          </ac:spMkLst>
        </pc:spChg>
        <pc:graphicFrameChg chg="add mod ord">
          <ac:chgData name="Anelisa Dlamini" userId="1cb46e2c472cf80f" providerId="LiveId" clId="{E244BF1B-E594-450F-A2F7-0A7D1082DBE7}" dt="2025-11-25T17:17:08.777" v="218" actId="14100"/>
          <ac:graphicFrameMkLst>
            <pc:docMk/>
            <pc:sldMk cId="3442863087" sldId="259"/>
            <ac:graphicFrameMk id="4" creationId="{78616E2C-6A0D-8966-5F0C-2C9E5D650C3F}"/>
          </ac:graphicFrameMkLst>
        </pc:graphicFrameChg>
      </pc:sldChg>
      <pc:sldChg chg="addSp delSp modSp mod">
        <pc:chgData name="Anelisa Dlamini" userId="1cb46e2c472cf80f" providerId="LiveId" clId="{E244BF1B-E594-450F-A2F7-0A7D1082DBE7}" dt="2025-11-25T17:18:13.775" v="231" actId="1076"/>
        <pc:sldMkLst>
          <pc:docMk/>
          <pc:sldMk cId="290869519" sldId="260"/>
        </pc:sldMkLst>
        <pc:spChg chg="mod">
          <ac:chgData name="Anelisa Dlamini" userId="1cb46e2c472cf80f" providerId="LiveId" clId="{E244BF1B-E594-450F-A2F7-0A7D1082DBE7}" dt="2025-11-25T17:18:13.775" v="231" actId="1076"/>
          <ac:spMkLst>
            <pc:docMk/>
            <pc:sldMk cId="290869519" sldId="260"/>
            <ac:spMk id="2" creationId="{D069F07E-2032-F65F-DD15-8BF0405A6762}"/>
          </ac:spMkLst>
        </pc:spChg>
        <pc:spChg chg="mod ord">
          <ac:chgData name="Anelisa Dlamini" userId="1cb46e2c472cf80f" providerId="LiveId" clId="{E244BF1B-E594-450F-A2F7-0A7D1082DBE7}" dt="2025-11-25T17:18:09.989" v="230" actId="1076"/>
          <ac:spMkLst>
            <pc:docMk/>
            <pc:sldMk cId="290869519" sldId="260"/>
            <ac:spMk id="5" creationId="{C1AF7C09-6226-FAC0-C99A-D05C64A2849C}"/>
          </ac:spMkLst>
        </pc:spChg>
        <pc:spChg chg="del">
          <ac:chgData name="Anelisa Dlamini" userId="1cb46e2c472cf80f" providerId="LiveId" clId="{E244BF1B-E594-450F-A2F7-0A7D1082DBE7}" dt="2025-11-25T17:17:18.637" v="219" actId="26606"/>
          <ac:spMkLst>
            <pc:docMk/>
            <pc:sldMk cId="290869519" sldId="260"/>
            <ac:spMk id="28" creationId="{979E27D9-03C7-44E2-9FF8-15D0C8506AF7}"/>
          </ac:spMkLst>
        </pc:spChg>
        <pc:spChg chg="del">
          <ac:chgData name="Anelisa Dlamini" userId="1cb46e2c472cf80f" providerId="LiveId" clId="{E244BF1B-E594-450F-A2F7-0A7D1082DBE7}" dt="2025-11-25T17:17:18.637" v="219" actId="26606"/>
          <ac:spMkLst>
            <pc:docMk/>
            <pc:sldMk cId="290869519" sldId="260"/>
            <ac:spMk id="30" creationId="{EEBF1590-3B36-48EE-A89D-3B6F3CB256AB}"/>
          </ac:spMkLst>
        </pc:spChg>
        <pc:spChg chg="del">
          <ac:chgData name="Anelisa Dlamini" userId="1cb46e2c472cf80f" providerId="LiveId" clId="{E244BF1B-E594-450F-A2F7-0A7D1082DBE7}" dt="2025-11-25T17:17:18.637" v="219" actId="26606"/>
          <ac:spMkLst>
            <pc:docMk/>
            <pc:sldMk cId="290869519" sldId="260"/>
            <ac:spMk id="32" creationId="{AC8F6C8C-AB5A-4548-942D-E3FD40ACBC49}"/>
          </ac:spMkLst>
        </pc:spChg>
        <pc:spChg chg="add">
          <ac:chgData name="Anelisa Dlamini" userId="1cb46e2c472cf80f" providerId="LiveId" clId="{E244BF1B-E594-450F-A2F7-0A7D1082DBE7}" dt="2025-11-25T17:17:18.637" v="219" actId="26606"/>
          <ac:spMkLst>
            <pc:docMk/>
            <pc:sldMk cId="290869519" sldId="260"/>
            <ac:spMk id="37" creationId="{3346177D-ADC4-4968-B747-5CFCD390B5B9}"/>
          </ac:spMkLst>
        </pc:spChg>
        <pc:spChg chg="add">
          <ac:chgData name="Anelisa Dlamini" userId="1cb46e2c472cf80f" providerId="LiveId" clId="{E244BF1B-E594-450F-A2F7-0A7D1082DBE7}" dt="2025-11-25T17:17:18.637" v="219" actId="26606"/>
          <ac:spMkLst>
            <pc:docMk/>
            <pc:sldMk cId="290869519" sldId="260"/>
            <ac:spMk id="39" creationId="{0844A943-BF79-4FEA-ABB1-3BD54D236606}"/>
          </ac:spMkLst>
        </pc:spChg>
        <pc:spChg chg="add">
          <ac:chgData name="Anelisa Dlamini" userId="1cb46e2c472cf80f" providerId="LiveId" clId="{E244BF1B-E594-450F-A2F7-0A7D1082DBE7}" dt="2025-11-25T17:17:18.637" v="219" actId="26606"/>
          <ac:spMkLst>
            <pc:docMk/>
            <pc:sldMk cId="290869519" sldId="260"/>
            <ac:spMk id="41" creationId="{6437CC72-F4A8-4DC3-AFAB-D22C482C8100}"/>
          </ac:spMkLst>
        </pc:spChg>
        <pc:picChg chg="mod">
          <ac:chgData name="Anelisa Dlamini" userId="1cb46e2c472cf80f" providerId="LiveId" clId="{E244BF1B-E594-450F-A2F7-0A7D1082DBE7}" dt="2025-11-25T17:17:38.160" v="222" actId="14100"/>
          <ac:picMkLst>
            <pc:docMk/>
            <pc:sldMk cId="290869519" sldId="260"/>
            <ac:picMk id="14" creationId="{3EDDBEEA-14D7-6133-B222-23CACE1D88AE}"/>
          </ac:picMkLst>
        </pc:picChg>
      </pc:sldChg>
      <pc:sldChg chg="addSp delSp modSp mod setBg">
        <pc:chgData name="Anelisa Dlamini" userId="1cb46e2c472cf80f" providerId="LiveId" clId="{E244BF1B-E594-450F-A2F7-0A7D1082DBE7}" dt="2025-11-25T17:19:29.911" v="242" actId="14100"/>
        <pc:sldMkLst>
          <pc:docMk/>
          <pc:sldMk cId="3102027277" sldId="261"/>
        </pc:sldMkLst>
        <pc:spChg chg="mod">
          <ac:chgData name="Anelisa Dlamini" userId="1cb46e2c472cf80f" providerId="LiveId" clId="{E244BF1B-E594-450F-A2F7-0A7D1082DBE7}" dt="2025-11-25T17:18:51.542" v="237" actId="1076"/>
          <ac:spMkLst>
            <pc:docMk/>
            <pc:sldMk cId="3102027277" sldId="261"/>
            <ac:spMk id="2" creationId="{9A37035B-49C8-91B7-6609-5917E2130A99}"/>
          </ac:spMkLst>
        </pc:spChg>
        <pc:spChg chg="mod">
          <ac:chgData name="Anelisa Dlamini" userId="1cb46e2c472cf80f" providerId="LiveId" clId="{E244BF1B-E594-450F-A2F7-0A7D1082DBE7}" dt="2025-11-25T17:18:47.465" v="236" actId="1076"/>
          <ac:spMkLst>
            <pc:docMk/>
            <pc:sldMk cId="3102027277" sldId="261"/>
            <ac:spMk id="8" creationId="{6AD557D2-6511-FC49-938E-194E36967691}"/>
          </ac:spMkLst>
        </pc:spChg>
        <pc:spChg chg="add del">
          <ac:chgData name="Anelisa Dlamini" userId="1cb46e2c472cf80f" providerId="LiveId" clId="{E244BF1B-E594-450F-A2F7-0A7D1082DBE7}" dt="2025-11-25T17:18:41.487" v="235" actId="26606"/>
          <ac:spMkLst>
            <pc:docMk/>
            <pc:sldMk cId="3102027277" sldId="261"/>
            <ac:spMk id="13" creationId="{3346177D-ADC4-4968-B747-5CFCD390B5B9}"/>
          </ac:spMkLst>
        </pc:spChg>
        <pc:spChg chg="add del">
          <ac:chgData name="Anelisa Dlamini" userId="1cb46e2c472cf80f" providerId="LiveId" clId="{E244BF1B-E594-450F-A2F7-0A7D1082DBE7}" dt="2025-11-25T17:18:41.487" v="235" actId="26606"/>
          <ac:spMkLst>
            <pc:docMk/>
            <pc:sldMk cId="3102027277" sldId="261"/>
            <ac:spMk id="15" creationId="{0844A943-BF79-4FEA-ABB1-3BD54D236606}"/>
          </ac:spMkLst>
        </pc:spChg>
        <pc:spChg chg="add del">
          <ac:chgData name="Anelisa Dlamini" userId="1cb46e2c472cf80f" providerId="LiveId" clId="{E244BF1B-E594-450F-A2F7-0A7D1082DBE7}" dt="2025-11-25T17:18:41.487" v="235" actId="26606"/>
          <ac:spMkLst>
            <pc:docMk/>
            <pc:sldMk cId="3102027277" sldId="261"/>
            <ac:spMk id="17" creationId="{6437CC72-F4A8-4DC3-AFAB-D22C482C8100}"/>
          </ac:spMkLst>
        </pc:spChg>
        <pc:spChg chg="add">
          <ac:chgData name="Anelisa Dlamini" userId="1cb46e2c472cf80f" providerId="LiveId" clId="{E244BF1B-E594-450F-A2F7-0A7D1082DBE7}" dt="2025-11-25T17:18:41.487" v="235" actId="26606"/>
          <ac:spMkLst>
            <pc:docMk/>
            <pc:sldMk cId="3102027277" sldId="261"/>
            <ac:spMk id="22" creationId="{979E27D9-03C7-44E2-9FF8-15D0C8506AF7}"/>
          </ac:spMkLst>
        </pc:spChg>
        <pc:spChg chg="add">
          <ac:chgData name="Anelisa Dlamini" userId="1cb46e2c472cf80f" providerId="LiveId" clId="{E244BF1B-E594-450F-A2F7-0A7D1082DBE7}" dt="2025-11-25T17:18:41.487" v="235" actId="26606"/>
          <ac:spMkLst>
            <pc:docMk/>
            <pc:sldMk cId="3102027277" sldId="261"/>
            <ac:spMk id="24" creationId="{EEBF1590-3B36-48EE-A89D-3B6F3CB256AB}"/>
          </ac:spMkLst>
        </pc:spChg>
        <pc:spChg chg="add">
          <ac:chgData name="Anelisa Dlamini" userId="1cb46e2c472cf80f" providerId="LiveId" clId="{E244BF1B-E594-450F-A2F7-0A7D1082DBE7}" dt="2025-11-25T17:18:41.487" v="235" actId="26606"/>
          <ac:spMkLst>
            <pc:docMk/>
            <pc:sldMk cId="3102027277" sldId="261"/>
            <ac:spMk id="26" creationId="{AC8F6C8C-AB5A-4548-942D-E3FD40ACBC49}"/>
          </ac:spMkLst>
        </pc:spChg>
        <pc:picChg chg="mod ord">
          <ac:chgData name="Anelisa Dlamini" userId="1cb46e2c472cf80f" providerId="LiveId" clId="{E244BF1B-E594-450F-A2F7-0A7D1082DBE7}" dt="2025-11-25T17:19:29.911" v="242" actId="14100"/>
          <ac:picMkLst>
            <pc:docMk/>
            <pc:sldMk cId="3102027277" sldId="261"/>
            <ac:picMk id="7" creationId="{DA2A451D-E82E-D7F8-7419-388256EEB24E}"/>
          </ac:picMkLst>
        </pc:picChg>
      </pc:sldChg>
      <pc:sldChg chg="addSp delSp modSp mod">
        <pc:chgData name="Anelisa Dlamini" userId="1cb46e2c472cf80f" providerId="LiveId" clId="{E244BF1B-E594-450F-A2F7-0A7D1082DBE7}" dt="2025-11-25T17:20:23.434" v="255" actId="20577"/>
        <pc:sldMkLst>
          <pc:docMk/>
          <pc:sldMk cId="2628534810" sldId="263"/>
        </pc:sldMkLst>
        <pc:spChg chg="add del">
          <ac:chgData name="Anelisa Dlamini" userId="1cb46e2c472cf80f" providerId="LiveId" clId="{E244BF1B-E594-450F-A2F7-0A7D1082DBE7}" dt="2025-11-25T17:19:53.377" v="245" actId="26606"/>
          <ac:spMkLst>
            <pc:docMk/>
            <pc:sldMk cId="2628534810" sldId="263"/>
            <ac:spMk id="3" creationId="{064B9BCF-BD04-37A8-DAF0-5C94FF1FD0F2}"/>
          </ac:spMkLst>
        </pc:spChg>
        <pc:graphicFrameChg chg="add del">
          <ac:chgData name="Anelisa Dlamini" userId="1cb46e2c472cf80f" providerId="LiveId" clId="{E244BF1B-E594-450F-A2F7-0A7D1082DBE7}" dt="2025-11-25T17:19:53.331" v="244" actId="26606"/>
          <ac:graphicFrameMkLst>
            <pc:docMk/>
            <pc:sldMk cId="2628534810" sldId="263"/>
            <ac:graphicFrameMk id="5" creationId="{3E02E1C8-0597-8818-6271-B34907D4CA0A}"/>
          </ac:graphicFrameMkLst>
        </pc:graphicFrameChg>
        <pc:graphicFrameChg chg="add modGraphic">
          <ac:chgData name="Anelisa Dlamini" userId="1cb46e2c472cf80f" providerId="LiveId" clId="{E244BF1B-E594-450F-A2F7-0A7D1082DBE7}" dt="2025-11-25T17:20:23.434" v="255" actId="20577"/>
          <ac:graphicFrameMkLst>
            <pc:docMk/>
            <pc:sldMk cId="2628534810" sldId="263"/>
            <ac:graphicFrameMk id="7" creationId="{C4A36AE2-1A4F-E9F4-DC43-7FD76B8B169B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eli\AppData\Roaming\Microsoft\Excel\2025-11-15%252011_45pm%2520(1)%2520(version%25201)312174234100356297\2025-11-15%252011_45pm%2520(1)%2520(version%25201)((Autorecovered-312174403083595028))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neli\AppData\Roaming\Microsoft\Excel\2025-11-15%252011_45pm%2520(1)%2520(version%25201)312174234100356297\2025-11-15%252011_45pm%2520(1)%2520(version%25201)((Autorecovered-312174403083595028)).xlsb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[2025-11-15%2011_45pm%20(1)%20(version%201)((Autorecovered-312174403083595028)).xlsb]model vs revenue!PivotTable2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Model</a:t>
            </a:r>
            <a:r>
              <a:rPr lang="en-US" baseline="0"/>
              <a:t> vs Revenue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'model vs revenue'!$B$3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'model vs revenue'!$A$4:$A$856</c:f>
              <c:strCache>
                <c:ptCount val="852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32</c:v>
                </c:pt>
                <c:pt idx="6">
                  <c:v>200</c:v>
                </c:pt>
                <c:pt idx="7">
                  <c:v>300</c:v>
                </c:pt>
                <c:pt idx="8">
                  <c:v>350</c:v>
                </c:pt>
                <c:pt idx="9">
                  <c:v>360</c:v>
                </c:pt>
                <c:pt idx="10">
                  <c:v>500</c:v>
                </c:pt>
                <c:pt idx="11">
                  <c:v>626</c:v>
                </c:pt>
                <c:pt idx="12">
                  <c:v>850</c:v>
                </c:pt>
                <c:pt idx="13">
                  <c:v>911</c:v>
                </c:pt>
                <c:pt idx="14">
                  <c:v>940</c:v>
                </c:pt>
                <c:pt idx="15">
                  <c:v>960</c:v>
                </c:pt>
                <c:pt idx="16">
                  <c:v>1500</c:v>
                </c:pt>
                <c:pt idx="17">
                  <c:v>2500</c:v>
                </c:pt>
                <c:pt idx="18">
                  <c:v>3500</c:v>
                </c:pt>
                <c:pt idx="19">
                  <c:v>1 Series</c:v>
                </c:pt>
                <c:pt idx="20">
                  <c:v>190-Class</c:v>
                </c:pt>
                <c:pt idx="21">
                  <c:v>2 Series</c:v>
                </c:pt>
                <c:pt idx="22">
                  <c:v>200SX</c:v>
                </c:pt>
                <c:pt idx="23">
                  <c:v>3 Series</c:v>
                </c:pt>
                <c:pt idx="24">
                  <c:v>3 Series Gran Turismo</c:v>
                </c:pt>
                <c:pt idx="25">
                  <c:v>3000GT</c:v>
                </c:pt>
                <c:pt idx="26">
                  <c:v>300-Class</c:v>
                </c:pt>
                <c:pt idx="27">
                  <c:v>300e</c:v>
                </c:pt>
                <c:pt idx="28">
                  <c:v>300M</c:v>
                </c:pt>
                <c:pt idx="29">
                  <c:v>300ZX</c:v>
                </c:pt>
                <c:pt idx="30">
                  <c:v>320i</c:v>
                </c:pt>
                <c:pt idx="31">
                  <c:v>323i</c:v>
                </c:pt>
                <c:pt idx="32">
                  <c:v>328i</c:v>
                </c:pt>
                <c:pt idx="33">
                  <c:v>350z</c:v>
                </c:pt>
                <c:pt idx="34">
                  <c:v>370Z</c:v>
                </c:pt>
                <c:pt idx="35">
                  <c:v>4 Series</c:v>
                </c:pt>
                <c:pt idx="36">
                  <c:v>4 Series Gran Coupe</c:v>
                </c:pt>
                <c:pt idx="37">
                  <c:v>400-Class</c:v>
                </c:pt>
                <c:pt idx="38">
                  <c:v>420-Class</c:v>
                </c:pt>
                <c:pt idx="39">
                  <c:v>420sel</c:v>
                </c:pt>
                <c:pt idx="40">
                  <c:v>42c</c:v>
                </c:pt>
                <c:pt idx="41">
                  <c:v>458 Italia</c:v>
                </c:pt>
                <c:pt idx="42">
                  <c:v>4Runner</c:v>
                </c:pt>
                <c:pt idx="43">
                  <c:v>5 Series</c:v>
                </c:pt>
                <c:pt idx="44">
                  <c:v>5 Series Gran Turismo</c:v>
                </c:pt>
                <c:pt idx="45">
                  <c:v>500-Class</c:v>
                </c:pt>
                <c:pt idx="46">
                  <c:v>500e</c:v>
                </c:pt>
                <c:pt idx="47">
                  <c:v>500L</c:v>
                </c:pt>
                <c:pt idx="48">
                  <c:v>6 Series</c:v>
                </c:pt>
                <c:pt idx="49">
                  <c:v>6 Series Gran Coupe</c:v>
                </c:pt>
                <c:pt idx="50">
                  <c:v>7 Series</c:v>
                </c:pt>
                <c:pt idx="51">
                  <c:v>750i</c:v>
                </c:pt>
                <c:pt idx="52">
                  <c:v>750li</c:v>
                </c:pt>
                <c:pt idx="53">
                  <c:v>750lxi</c:v>
                </c:pt>
                <c:pt idx="54">
                  <c:v>8 Series</c:v>
                </c:pt>
                <c:pt idx="55">
                  <c:v>9-2X</c:v>
                </c:pt>
                <c:pt idx="56">
                  <c:v>9-7X</c:v>
                </c:pt>
                <c:pt idx="57">
                  <c:v>A3</c:v>
                </c:pt>
                <c:pt idx="58">
                  <c:v>A4</c:v>
                </c:pt>
                <c:pt idx="59">
                  <c:v>A5</c:v>
                </c:pt>
                <c:pt idx="60">
                  <c:v>A6</c:v>
                </c:pt>
                <c:pt idx="61">
                  <c:v>A7</c:v>
                </c:pt>
                <c:pt idx="62">
                  <c:v>A8</c:v>
                </c:pt>
                <c:pt idx="63">
                  <c:v>Acadia</c:v>
                </c:pt>
                <c:pt idx="64">
                  <c:v>Accent</c:v>
                </c:pt>
                <c:pt idx="65">
                  <c:v>Accord</c:v>
                </c:pt>
                <c:pt idx="66">
                  <c:v>Accord Crosstour</c:v>
                </c:pt>
                <c:pt idx="67">
                  <c:v>Accord Hybrid</c:v>
                </c:pt>
                <c:pt idx="68">
                  <c:v>Achieva</c:v>
                </c:pt>
                <c:pt idx="69">
                  <c:v>ActiveHybrid 5</c:v>
                </c:pt>
                <c:pt idx="70">
                  <c:v>ActiveHybrid 7</c:v>
                </c:pt>
                <c:pt idx="71">
                  <c:v>ActiveHybrid X6</c:v>
                </c:pt>
                <c:pt idx="72">
                  <c:v>Aerio</c:v>
                </c:pt>
                <c:pt idx="73">
                  <c:v>Alero</c:v>
                </c:pt>
                <c:pt idx="74">
                  <c:v>allroad</c:v>
                </c:pt>
                <c:pt idx="75">
                  <c:v>allroad quattro</c:v>
                </c:pt>
                <c:pt idx="76">
                  <c:v>allure</c:v>
                </c:pt>
                <c:pt idx="77">
                  <c:v>alp</c:v>
                </c:pt>
                <c:pt idx="78">
                  <c:v>Altima</c:v>
                </c:pt>
                <c:pt idx="79">
                  <c:v>Altima Hybrid</c:v>
                </c:pt>
                <c:pt idx="80">
                  <c:v>Amanti</c:v>
                </c:pt>
                <c:pt idx="81">
                  <c:v>Amigo</c:v>
                </c:pt>
                <c:pt idx="82">
                  <c:v>Armada</c:v>
                </c:pt>
                <c:pt idx="83">
                  <c:v>Ascender</c:v>
                </c:pt>
                <c:pt idx="84">
                  <c:v>Aspen</c:v>
                </c:pt>
                <c:pt idx="85">
                  <c:v>Aspire</c:v>
                </c:pt>
                <c:pt idx="86">
                  <c:v>Astra</c:v>
                </c:pt>
                <c:pt idx="87">
                  <c:v>Astro</c:v>
                </c:pt>
                <c:pt idx="88">
                  <c:v>Astro Cargo</c:v>
                </c:pt>
                <c:pt idx="89">
                  <c:v>ATS</c:v>
                </c:pt>
                <c:pt idx="90">
                  <c:v>Aura</c:v>
                </c:pt>
                <c:pt idx="91">
                  <c:v>Aura Hybrid</c:v>
                </c:pt>
                <c:pt idx="92">
                  <c:v>Aurora</c:v>
                </c:pt>
                <c:pt idx="93">
                  <c:v>Avalanche</c:v>
                </c:pt>
                <c:pt idx="94">
                  <c:v>Avalon</c:v>
                </c:pt>
                <c:pt idx="95">
                  <c:v>Avalon Hybrid</c:v>
                </c:pt>
                <c:pt idx="96">
                  <c:v>Avenger</c:v>
                </c:pt>
                <c:pt idx="97">
                  <c:v>Aveo</c:v>
                </c:pt>
                <c:pt idx="98">
                  <c:v>Aviator</c:v>
                </c:pt>
                <c:pt idx="99">
                  <c:v>Axiom</c:v>
                </c:pt>
                <c:pt idx="100">
                  <c:v>Azera</c:v>
                </c:pt>
                <c:pt idx="101">
                  <c:v>Aztek</c:v>
                </c:pt>
                <c:pt idx="102">
                  <c:v>b1500</c:v>
                </c:pt>
                <c:pt idx="103">
                  <c:v>b200</c:v>
                </c:pt>
                <c:pt idx="104">
                  <c:v>b2300</c:v>
                </c:pt>
                <c:pt idx="105">
                  <c:v>B9 Tribeca</c:v>
                </c:pt>
                <c:pt idx="106">
                  <c:v>Baja</c:v>
                </c:pt>
                <c:pt idx="107">
                  <c:v>B-Class Electric Drive</c:v>
                </c:pt>
                <c:pt idx="108">
                  <c:v>beetle</c:v>
                </c:pt>
                <c:pt idx="109">
                  <c:v>Beetle Convertible</c:v>
                </c:pt>
                <c:pt idx="110">
                  <c:v>Black Diamond Avalanche</c:v>
                </c:pt>
                <c:pt idx="111">
                  <c:v>Blackwood</c:v>
                </c:pt>
                <c:pt idx="112">
                  <c:v>Blazer</c:v>
                </c:pt>
                <c:pt idx="113">
                  <c:v>Bonneville</c:v>
                </c:pt>
                <c:pt idx="114">
                  <c:v>Borrego</c:v>
                </c:pt>
                <c:pt idx="115">
                  <c:v>Boxster</c:v>
                </c:pt>
                <c:pt idx="116">
                  <c:v>Bravada</c:v>
                </c:pt>
                <c:pt idx="117">
                  <c:v>breeze</c:v>
                </c:pt>
                <c:pt idx="118">
                  <c:v>bronco</c:v>
                </c:pt>
                <c:pt idx="119">
                  <c:v>BRZ</c:v>
                </c:pt>
                <c:pt idx="120">
                  <c:v>B-Series</c:v>
                </c:pt>
                <c:pt idx="121">
                  <c:v>B-Series Pickup</c:v>
                </c:pt>
                <c:pt idx="122">
                  <c:v>B-Series Truck</c:v>
                </c:pt>
                <c:pt idx="123">
                  <c:v>C/K 1500 Series</c:v>
                </c:pt>
                <c:pt idx="124">
                  <c:v>C/K 2500 Series</c:v>
                </c:pt>
                <c:pt idx="125">
                  <c:v>C/K 3500 Series</c:v>
                </c:pt>
                <c:pt idx="126">
                  <c:v>C/V Cargo Van</c:v>
                </c:pt>
                <c:pt idx="127">
                  <c:v>C/V Tradesman</c:v>
                </c:pt>
                <c:pt idx="128">
                  <c:v>c230</c:v>
                </c:pt>
                <c:pt idx="129">
                  <c:v>c230wz</c:v>
                </c:pt>
                <c:pt idx="130">
                  <c:v>c240s</c:v>
                </c:pt>
                <c:pt idx="131">
                  <c:v>c240w</c:v>
                </c:pt>
                <c:pt idx="132">
                  <c:v>C30</c:v>
                </c:pt>
                <c:pt idx="133">
                  <c:v>C70</c:v>
                </c:pt>
                <c:pt idx="134">
                  <c:v>Cabrio</c:v>
                </c:pt>
                <c:pt idx="135">
                  <c:v>Cabriolet</c:v>
                </c:pt>
                <c:pt idx="136">
                  <c:v>Cadenza</c:v>
                </c:pt>
                <c:pt idx="137">
                  <c:v>Caliber</c:v>
                </c:pt>
                <c:pt idx="138">
                  <c:v>California</c:v>
                </c:pt>
                <c:pt idx="139">
                  <c:v>Camaro</c:v>
                </c:pt>
                <c:pt idx="140">
                  <c:v>Camry</c:v>
                </c:pt>
                <c:pt idx="141">
                  <c:v>Camry Hybrid</c:v>
                </c:pt>
                <c:pt idx="142">
                  <c:v>Camry Solara</c:v>
                </c:pt>
                <c:pt idx="143">
                  <c:v>Canyon</c:v>
                </c:pt>
                <c:pt idx="144">
                  <c:v>Caprice</c:v>
                </c:pt>
                <c:pt idx="145">
                  <c:v>capt</c:v>
                </c:pt>
                <c:pt idx="146">
                  <c:v>Captiva Sport</c:v>
                </c:pt>
                <c:pt idx="147">
                  <c:v>Caravan</c:v>
                </c:pt>
                <c:pt idx="148">
                  <c:v>carrera</c:v>
                </c:pt>
                <c:pt idx="149">
                  <c:v>Catera</c:v>
                </c:pt>
                <c:pt idx="150">
                  <c:v>Cavalier</c:v>
                </c:pt>
                <c:pt idx="151">
                  <c:v>Cayenne</c:v>
                </c:pt>
                <c:pt idx="152">
                  <c:v>Cayman</c:v>
                </c:pt>
                <c:pt idx="153">
                  <c:v>Cayman S</c:v>
                </c:pt>
                <c:pt idx="154">
                  <c:v>CC</c:v>
                </c:pt>
                <c:pt idx="155">
                  <c:v>C-Class</c:v>
                </c:pt>
                <c:pt idx="156">
                  <c:v>Celica</c:v>
                </c:pt>
                <c:pt idx="157">
                  <c:v>Century</c:v>
                </c:pt>
                <c:pt idx="158">
                  <c:v>Challenger</c:v>
                </c:pt>
                <c:pt idx="159">
                  <c:v>Charger</c:v>
                </c:pt>
                <c:pt idx="160">
                  <c:v>Cherokee</c:v>
                </c:pt>
                <c:pt idx="161">
                  <c:v>ciera</c:v>
                </c:pt>
                <c:pt idx="162">
                  <c:v>Cirrus</c:v>
                </c:pt>
                <c:pt idx="163">
                  <c:v>Civic</c:v>
                </c:pt>
                <c:pt idx="164">
                  <c:v>Civic del Sol</c:v>
                </c:pt>
                <c:pt idx="165">
                  <c:v>CL</c:v>
                </c:pt>
                <c:pt idx="166">
                  <c:v>cl55</c:v>
                </c:pt>
                <c:pt idx="167">
                  <c:v>CLA-Class</c:v>
                </c:pt>
                <c:pt idx="168">
                  <c:v>Classic</c:v>
                </c:pt>
                <c:pt idx="169">
                  <c:v>CL-Class</c:v>
                </c:pt>
                <c:pt idx="170">
                  <c:v>CLK-Class</c:v>
                </c:pt>
                <c:pt idx="171">
                  <c:v>CLS-Class</c:v>
                </c:pt>
                <c:pt idx="172">
                  <c:v>C-Max Energi</c:v>
                </c:pt>
                <c:pt idx="173">
                  <c:v>C-Max Hybrid</c:v>
                </c:pt>
                <c:pt idx="174">
                  <c:v>Cobalt</c:v>
                </c:pt>
                <c:pt idx="175">
                  <c:v>colorado</c:v>
                </c:pt>
                <c:pt idx="176">
                  <c:v>comm</c:v>
                </c:pt>
                <c:pt idx="177">
                  <c:v>Commander</c:v>
                </c:pt>
                <c:pt idx="178">
                  <c:v>Compass</c:v>
                </c:pt>
                <c:pt idx="179">
                  <c:v>Concorde</c:v>
                </c:pt>
                <c:pt idx="180">
                  <c:v>Continental</c:v>
                </c:pt>
                <c:pt idx="181">
                  <c:v>Continental Flying Spur</c:v>
                </c:pt>
                <c:pt idx="182">
                  <c:v>Continental Flying Spur Speed</c:v>
                </c:pt>
                <c:pt idx="183">
                  <c:v>Continental GT</c:v>
                </c:pt>
                <c:pt idx="184">
                  <c:v>Continental GT Speed</c:v>
                </c:pt>
                <c:pt idx="185">
                  <c:v>Continental GTC</c:v>
                </c:pt>
                <c:pt idx="186">
                  <c:v>Continental GTC Speed</c:v>
                </c:pt>
                <c:pt idx="187">
                  <c:v>Continental Supersports</c:v>
                </c:pt>
                <c:pt idx="188">
                  <c:v>Contour</c:v>
                </c:pt>
                <c:pt idx="189">
                  <c:v>Cooper</c:v>
                </c:pt>
                <c:pt idx="190">
                  <c:v>Cooper Clubman</c:v>
                </c:pt>
                <c:pt idx="191">
                  <c:v>Cooper Countryman</c:v>
                </c:pt>
                <c:pt idx="192">
                  <c:v>Cooper Coupe</c:v>
                </c:pt>
                <c:pt idx="193">
                  <c:v>Cooper Paceman</c:v>
                </c:pt>
                <c:pt idx="194">
                  <c:v>Cooper Roadster</c:v>
                </c:pt>
                <c:pt idx="195">
                  <c:v>Corolla</c:v>
                </c:pt>
                <c:pt idx="196">
                  <c:v>corsica</c:v>
                </c:pt>
                <c:pt idx="197">
                  <c:v>Corvette</c:v>
                </c:pt>
                <c:pt idx="198">
                  <c:v>Corvette Stingray</c:v>
                </c:pt>
                <c:pt idx="199">
                  <c:v>Cougar</c:v>
                </c:pt>
                <c:pt idx="200">
                  <c:v>Coupe</c:v>
                </c:pt>
                <c:pt idx="201">
                  <c:v>Crossfire</c:v>
                </c:pt>
                <c:pt idx="202">
                  <c:v>Crosstour</c:v>
                </c:pt>
                <c:pt idx="203">
                  <c:v>crown</c:v>
                </c:pt>
                <c:pt idx="204">
                  <c:v>Crown Victoria</c:v>
                </c:pt>
                <c:pt idx="205">
                  <c:v>Cruze</c:v>
                </c:pt>
                <c:pt idx="206">
                  <c:v>CR-V</c:v>
                </c:pt>
                <c:pt idx="207">
                  <c:v>CR-Z</c:v>
                </c:pt>
                <c:pt idx="208">
                  <c:v>CT 200h</c:v>
                </c:pt>
                <c:pt idx="209">
                  <c:v>CTS</c:v>
                </c:pt>
                <c:pt idx="210">
                  <c:v>CTS Coupe</c:v>
                </c:pt>
                <c:pt idx="211">
                  <c:v>CTS Wagon</c:v>
                </c:pt>
                <c:pt idx="212">
                  <c:v>CTS-V</c:v>
                </c:pt>
                <c:pt idx="213">
                  <c:v>CTS-V Coupe</c:v>
                </c:pt>
                <c:pt idx="214">
                  <c:v>CTS-V Wagon</c:v>
                </c:pt>
                <c:pt idx="215">
                  <c:v>Cube</c:v>
                </c:pt>
                <c:pt idx="216">
                  <c:v>Cutlass</c:v>
                </c:pt>
                <c:pt idx="217">
                  <c:v>Cutlass Ciera</c:v>
                </c:pt>
                <c:pt idx="218">
                  <c:v>Cutlass Supreme</c:v>
                </c:pt>
                <c:pt idx="219">
                  <c:v>CV Tradesman</c:v>
                </c:pt>
                <c:pt idx="220">
                  <c:v>CX-5</c:v>
                </c:pt>
                <c:pt idx="221">
                  <c:v>CX-7</c:v>
                </c:pt>
                <c:pt idx="222">
                  <c:v>CX-9</c:v>
                </c:pt>
                <c:pt idx="223">
                  <c:v>Dakota</c:v>
                </c:pt>
                <c:pt idx="224">
                  <c:v>Dart</c:v>
                </c:pt>
                <c:pt idx="225">
                  <c:v>DB9</c:v>
                </c:pt>
                <c:pt idx="226">
                  <c:v>DeVille</c:v>
                </c:pt>
                <c:pt idx="227">
                  <c:v>Diamante</c:v>
                </c:pt>
                <c:pt idx="228">
                  <c:v>Discovery</c:v>
                </c:pt>
                <c:pt idx="229">
                  <c:v>Discovery Series II</c:v>
                </c:pt>
                <c:pt idx="230">
                  <c:v>DTS</c:v>
                </c:pt>
                <c:pt idx="231">
                  <c:v>Durango</c:v>
                </c:pt>
                <c:pt idx="232">
                  <c:v>e</c:v>
                </c:pt>
                <c:pt idx="233">
                  <c:v>e150</c:v>
                </c:pt>
                <c:pt idx="234">
                  <c:v>E-150</c:v>
                </c:pt>
                <c:pt idx="235">
                  <c:v>e250</c:v>
                </c:pt>
                <c:pt idx="236">
                  <c:v>E-250</c:v>
                </c:pt>
                <c:pt idx="237">
                  <c:v>e300dt</c:v>
                </c:pt>
                <c:pt idx="238">
                  <c:v>e350</c:v>
                </c:pt>
                <c:pt idx="239">
                  <c:v>E-350</c:v>
                </c:pt>
                <c:pt idx="240">
                  <c:v>ECHO</c:v>
                </c:pt>
                <c:pt idx="241">
                  <c:v>E-Class</c:v>
                </c:pt>
                <c:pt idx="242">
                  <c:v>Eclipse</c:v>
                </c:pt>
                <c:pt idx="243">
                  <c:v>Eclipse Spyder</c:v>
                </c:pt>
                <c:pt idx="244">
                  <c:v>Econoline Cargo</c:v>
                </c:pt>
                <c:pt idx="245">
                  <c:v>Econoline Wagon</c:v>
                </c:pt>
                <c:pt idx="246">
                  <c:v>Edge</c:v>
                </c:pt>
                <c:pt idx="247">
                  <c:v>Eighty-Eight</c:v>
                </c:pt>
                <c:pt idx="248">
                  <c:v>Eighty-Eight Royale</c:v>
                </c:pt>
                <c:pt idx="249">
                  <c:v>el</c:v>
                </c:pt>
                <c:pt idx="250">
                  <c:v>Elantra</c:v>
                </c:pt>
                <c:pt idx="251">
                  <c:v>Elantra Coupe</c:v>
                </c:pt>
                <c:pt idx="252">
                  <c:v>Elantra GT</c:v>
                </c:pt>
                <c:pt idx="253">
                  <c:v>Elantra Touring</c:v>
                </c:pt>
                <c:pt idx="254">
                  <c:v>Eldorado</c:v>
                </c:pt>
                <c:pt idx="255">
                  <c:v>Element</c:v>
                </c:pt>
                <c:pt idx="256">
                  <c:v>ELR</c:v>
                </c:pt>
                <c:pt idx="257">
                  <c:v>Enclave</c:v>
                </c:pt>
                <c:pt idx="258">
                  <c:v>Encore</c:v>
                </c:pt>
                <c:pt idx="259">
                  <c:v>Endeavor</c:v>
                </c:pt>
                <c:pt idx="260">
                  <c:v>Entourage</c:v>
                </c:pt>
                <c:pt idx="261">
                  <c:v>Envoy</c:v>
                </c:pt>
                <c:pt idx="262">
                  <c:v>Envoy XL</c:v>
                </c:pt>
                <c:pt idx="263">
                  <c:v>Envoy XUV</c:v>
                </c:pt>
                <c:pt idx="264">
                  <c:v>Eos</c:v>
                </c:pt>
                <c:pt idx="265">
                  <c:v>Equator</c:v>
                </c:pt>
                <c:pt idx="266">
                  <c:v>Equinox</c:v>
                </c:pt>
                <c:pt idx="267">
                  <c:v>Equus</c:v>
                </c:pt>
                <c:pt idx="268">
                  <c:v>ES 300</c:v>
                </c:pt>
                <c:pt idx="269">
                  <c:v>ES 300h</c:v>
                </c:pt>
                <c:pt idx="270">
                  <c:v>ES 330</c:v>
                </c:pt>
                <c:pt idx="271">
                  <c:v>ES 350</c:v>
                </c:pt>
                <c:pt idx="272">
                  <c:v>Escalade</c:v>
                </c:pt>
                <c:pt idx="273">
                  <c:v>Escalade ESV</c:v>
                </c:pt>
                <c:pt idx="274">
                  <c:v>Escalade EXT</c:v>
                </c:pt>
                <c:pt idx="275">
                  <c:v>Escalade Hybrid</c:v>
                </c:pt>
                <c:pt idx="276">
                  <c:v>Escape</c:v>
                </c:pt>
                <c:pt idx="277">
                  <c:v>Escape Hybrid</c:v>
                </c:pt>
                <c:pt idx="278">
                  <c:v>Escort</c:v>
                </c:pt>
                <c:pt idx="279">
                  <c:v>E-Series Van</c:v>
                </c:pt>
                <c:pt idx="280">
                  <c:v>E-Series Wagon</c:v>
                </c:pt>
                <c:pt idx="281">
                  <c:v>Esteem</c:v>
                </c:pt>
                <c:pt idx="282">
                  <c:v>EuroVan</c:v>
                </c:pt>
                <c:pt idx="283">
                  <c:v>EX</c:v>
                </c:pt>
                <c:pt idx="284">
                  <c:v>EX35</c:v>
                </c:pt>
                <c:pt idx="285">
                  <c:v>excurs</c:v>
                </c:pt>
                <c:pt idx="286">
                  <c:v>Excursion</c:v>
                </c:pt>
                <c:pt idx="287">
                  <c:v>Exige</c:v>
                </c:pt>
                <c:pt idx="288">
                  <c:v>expedit</c:v>
                </c:pt>
                <c:pt idx="289">
                  <c:v>Expedition</c:v>
                </c:pt>
                <c:pt idx="290">
                  <c:v>Expedition EL</c:v>
                </c:pt>
                <c:pt idx="291">
                  <c:v>expeditn</c:v>
                </c:pt>
                <c:pt idx="292">
                  <c:v>Explorer</c:v>
                </c:pt>
                <c:pt idx="293">
                  <c:v>Explorer Sport</c:v>
                </c:pt>
                <c:pt idx="294">
                  <c:v>Explorer Sport Trac</c:v>
                </c:pt>
                <c:pt idx="295">
                  <c:v>Express</c:v>
                </c:pt>
                <c:pt idx="296">
                  <c:v>Express Cargo</c:v>
                </c:pt>
                <c:pt idx="297">
                  <c:v>f150</c:v>
                </c:pt>
                <c:pt idx="298">
                  <c:v>F-150</c:v>
                </c:pt>
                <c:pt idx="299">
                  <c:v>F-150 Heritage</c:v>
                </c:pt>
                <c:pt idx="300">
                  <c:v>F-150 SVT Lightning</c:v>
                </c:pt>
                <c:pt idx="301">
                  <c:v>f250</c:v>
                </c:pt>
                <c:pt idx="302">
                  <c:v>F-250</c:v>
                </c:pt>
                <c:pt idx="303">
                  <c:v>F-250 Super Duty</c:v>
                </c:pt>
                <c:pt idx="304">
                  <c:v>f350</c:v>
                </c:pt>
                <c:pt idx="305">
                  <c:v>F-350 Super Duty</c:v>
                </c:pt>
                <c:pt idx="306">
                  <c:v>F430</c:v>
                </c:pt>
                <c:pt idx="307">
                  <c:v>F-450 Super Duty</c:v>
                </c:pt>
                <c:pt idx="308">
                  <c:v>Fiesta</c:v>
                </c:pt>
                <c:pt idx="309">
                  <c:v>Firebird</c:v>
                </c:pt>
                <c:pt idx="310">
                  <c:v>Fit</c:v>
                </c:pt>
                <c:pt idx="311">
                  <c:v>Five Hundred</c:v>
                </c:pt>
                <c:pt idx="312">
                  <c:v>FJ Cruiser</c:v>
                </c:pt>
                <c:pt idx="313">
                  <c:v>Fleetwood</c:v>
                </c:pt>
                <c:pt idx="314">
                  <c:v>Flex</c:v>
                </c:pt>
                <c:pt idx="315">
                  <c:v>Flying Spur</c:v>
                </c:pt>
                <c:pt idx="316">
                  <c:v>Focus</c:v>
                </c:pt>
                <c:pt idx="317">
                  <c:v>Focus ST</c:v>
                </c:pt>
                <c:pt idx="318">
                  <c:v>Forenza</c:v>
                </c:pt>
                <c:pt idx="319">
                  <c:v>forester</c:v>
                </c:pt>
                <c:pt idx="320">
                  <c:v>Forte</c:v>
                </c:pt>
                <c:pt idx="321">
                  <c:v>fortwo</c:v>
                </c:pt>
                <c:pt idx="322">
                  <c:v>Freelander</c:v>
                </c:pt>
                <c:pt idx="323">
                  <c:v>Freestar</c:v>
                </c:pt>
                <c:pt idx="324">
                  <c:v>Freestyle</c:v>
                </c:pt>
                <c:pt idx="325">
                  <c:v>Frontier</c:v>
                </c:pt>
                <c:pt idx="326">
                  <c:v>FR-S</c:v>
                </c:pt>
                <c:pt idx="327">
                  <c:v>F-TYPE</c:v>
                </c:pt>
                <c:pt idx="328">
                  <c:v>Fusion</c:v>
                </c:pt>
                <c:pt idx="329">
                  <c:v>Fusion Energi</c:v>
                </c:pt>
                <c:pt idx="330">
                  <c:v>Fusion Hybrid</c:v>
                </c:pt>
                <c:pt idx="331">
                  <c:v>FX</c:v>
                </c:pt>
                <c:pt idx="332">
                  <c:v>FX35</c:v>
                </c:pt>
                <c:pt idx="333">
                  <c:v>FX45</c:v>
                </c:pt>
                <c:pt idx="334">
                  <c:v>FX50</c:v>
                </c:pt>
                <c:pt idx="335">
                  <c:v>G Convertible</c:v>
                </c:pt>
                <c:pt idx="336">
                  <c:v>G Coupe</c:v>
                </c:pt>
                <c:pt idx="337">
                  <c:v>G Sedan</c:v>
                </c:pt>
                <c:pt idx="338">
                  <c:v>g1500</c:v>
                </c:pt>
                <c:pt idx="339">
                  <c:v>G20</c:v>
                </c:pt>
                <c:pt idx="340">
                  <c:v>g2500</c:v>
                </c:pt>
                <c:pt idx="341">
                  <c:v>G3</c:v>
                </c:pt>
                <c:pt idx="342">
                  <c:v>G35</c:v>
                </c:pt>
                <c:pt idx="343">
                  <c:v>g3500</c:v>
                </c:pt>
                <c:pt idx="344">
                  <c:v>G37</c:v>
                </c:pt>
                <c:pt idx="345">
                  <c:v>G37 Convertible</c:v>
                </c:pt>
                <c:pt idx="346">
                  <c:v>G37 Coupe</c:v>
                </c:pt>
                <c:pt idx="347">
                  <c:v>G5</c:v>
                </c:pt>
                <c:pt idx="348">
                  <c:v>g500</c:v>
                </c:pt>
                <c:pt idx="349">
                  <c:v>g55</c:v>
                </c:pt>
                <c:pt idx="350">
                  <c:v>G6</c:v>
                </c:pt>
                <c:pt idx="351">
                  <c:v>G8</c:v>
                </c:pt>
                <c:pt idx="352">
                  <c:v>Galant</c:v>
                </c:pt>
                <c:pt idx="353">
                  <c:v>Gallardo</c:v>
                </c:pt>
                <c:pt idx="354">
                  <c:v>G-Class</c:v>
                </c:pt>
                <c:pt idx="355">
                  <c:v>Genesis</c:v>
                </c:pt>
                <c:pt idx="356">
                  <c:v>Genesis Coupe</c:v>
                </c:pt>
                <c:pt idx="357">
                  <c:v>Ghibli</c:v>
                </c:pt>
                <c:pt idx="358">
                  <c:v>Ghost</c:v>
                </c:pt>
                <c:pt idx="359">
                  <c:v>GLA-Class</c:v>
                </c:pt>
                <c:pt idx="360">
                  <c:v>GL-Class</c:v>
                </c:pt>
                <c:pt idx="361">
                  <c:v>GLI</c:v>
                </c:pt>
                <c:pt idx="362">
                  <c:v>GLK-Class</c:v>
                </c:pt>
                <c:pt idx="363">
                  <c:v>Golf</c:v>
                </c:pt>
                <c:pt idx="364">
                  <c:v>Golf GTI</c:v>
                </c:pt>
                <c:pt idx="365">
                  <c:v>Golf R</c:v>
                </c:pt>
                <c:pt idx="366">
                  <c:v>gr</c:v>
                </c:pt>
                <c:pt idx="367">
                  <c:v>grand</c:v>
                </c:pt>
                <c:pt idx="368">
                  <c:v>Grand Am</c:v>
                </c:pt>
                <c:pt idx="369">
                  <c:v>Grand Caravan</c:v>
                </c:pt>
                <c:pt idx="370">
                  <c:v>Grand Cherokee</c:v>
                </c:pt>
                <c:pt idx="371">
                  <c:v>Grand Cherokee SRT</c:v>
                </c:pt>
                <c:pt idx="372">
                  <c:v>Grand Marquis</c:v>
                </c:pt>
                <c:pt idx="373">
                  <c:v>Grand Prix</c:v>
                </c:pt>
                <c:pt idx="374">
                  <c:v>Grand Vitara</c:v>
                </c:pt>
                <c:pt idx="375">
                  <c:v>GranSport</c:v>
                </c:pt>
                <c:pt idx="376">
                  <c:v>GranTurismo</c:v>
                </c:pt>
                <c:pt idx="377">
                  <c:v>GranTurismo Convertible</c:v>
                </c:pt>
                <c:pt idx="378">
                  <c:v>GS 300</c:v>
                </c:pt>
                <c:pt idx="379">
                  <c:v>GS 350</c:v>
                </c:pt>
                <c:pt idx="380">
                  <c:v>GS 400</c:v>
                </c:pt>
                <c:pt idx="381">
                  <c:v>GS 430</c:v>
                </c:pt>
                <c:pt idx="382">
                  <c:v>GS 450h</c:v>
                </c:pt>
                <c:pt idx="383">
                  <c:v>GS 460</c:v>
                </c:pt>
                <c:pt idx="384">
                  <c:v>GTI</c:v>
                </c:pt>
                <c:pt idx="385">
                  <c:v>GTO</c:v>
                </c:pt>
                <c:pt idx="386">
                  <c:v>GT-R</c:v>
                </c:pt>
                <c:pt idx="387">
                  <c:v>gx</c:v>
                </c:pt>
                <c:pt idx="388">
                  <c:v>GX 460</c:v>
                </c:pt>
                <c:pt idx="389">
                  <c:v>GX 470</c:v>
                </c:pt>
                <c:pt idx="390">
                  <c:v>H1</c:v>
                </c:pt>
                <c:pt idx="391">
                  <c:v>H2</c:v>
                </c:pt>
                <c:pt idx="392">
                  <c:v>H2 SUT</c:v>
                </c:pt>
                <c:pt idx="393">
                  <c:v>H3</c:v>
                </c:pt>
                <c:pt idx="394">
                  <c:v>H3T</c:v>
                </c:pt>
                <c:pt idx="395">
                  <c:v>HHR</c:v>
                </c:pt>
                <c:pt idx="396">
                  <c:v>Highlander</c:v>
                </c:pt>
                <c:pt idx="397">
                  <c:v>Highlander Hybrid</c:v>
                </c:pt>
                <c:pt idx="398">
                  <c:v>HS 250h</c:v>
                </c:pt>
                <c:pt idx="399">
                  <c:v>I30</c:v>
                </c:pt>
                <c:pt idx="400">
                  <c:v>I35</c:v>
                </c:pt>
                <c:pt idx="401">
                  <c:v>i8</c:v>
                </c:pt>
                <c:pt idx="402">
                  <c:v>ILX</c:v>
                </c:pt>
                <c:pt idx="403">
                  <c:v>i-MiEV</c:v>
                </c:pt>
                <c:pt idx="404">
                  <c:v>Impala</c:v>
                </c:pt>
                <c:pt idx="405">
                  <c:v>Impala Limited</c:v>
                </c:pt>
                <c:pt idx="406">
                  <c:v>Impreza</c:v>
                </c:pt>
                <c:pt idx="407">
                  <c:v>Impreza WRX</c:v>
                </c:pt>
                <c:pt idx="408">
                  <c:v>Insight</c:v>
                </c:pt>
                <c:pt idx="409">
                  <c:v>Integra</c:v>
                </c:pt>
                <c:pt idx="410">
                  <c:v>interstate</c:v>
                </c:pt>
                <c:pt idx="411">
                  <c:v>Intrepid</c:v>
                </c:pt>
                <c:pt idx="412">
                  <c:v>Intrigue</c:v>
                </c:pt>
                <c:pt idx="413">
                  <c:v>ION</c:v>
                </c:pt>
                <c:pt idx="414">
                  <c:v>iQ</c:v>
                </c:pt>
                <c:pt idx="415">
                  <c:v>IS 250</c:v>
                </c:pt>
                <c:pt idx="416">
                  <c:v>IS 250 C</c:v>
                </c:pt>
                <c:pt idx="417">
                  <c:v>IS 300</c:v>
                </c:pt>
                <c:pt idx="418">
                  <c:v>IS 350</c:v>
                </c:pt>
                <c:pt idx="419">
                  <c:v>IS 350 C</c:v>
                </c:pt>
                <c:pt idx="420">
                  <c:v>IS F</c:v>
                </c:pt>
                <c:pt idx="421">
                  <c:v>i-Series</c:v>
                </c:pt>
                <c:pt idx="422">
                  <c:v>J30</c:v>
                </c:pt>
                <c:pt idx="423">
                  <c:v>Jetta</c:v>
                </c:pt>
                <c:pt idx="424">
                  <c:v>Jetta GLI</c:v>
                </c:pt>
                <c:pt idx="425">
                  <c:v>Jetta Hybrid</c:v>
                </c:pt>
                <c:pt idx="426">
                  <c:v>Jetta SportWagen</c:v>
                </c:pt>
                <c:pt idx="427">
                  <c:v>Jimmy</c:v>
                </c:pt>
                <c:pt idx="428">
                  <c:v>Journey</c:v>
                </c:pt>
                <c:pt idx="429">
                  <c:v>Juke</c:v>
                </c:pt>
                <c:pt idx="430">
                  <c:v>JX</c:v>
                </c:pt>
                <c:pt idx="431">
                  <c:v>K900</c:v>
                </c:pt>
                <c:pt idx="432">
                  <c:v>Karma</c:v>
                </c:pt>
                <c:pt idx="433">
                  <c:v>Kizashi</c:v>
                </c:pt>
                <c:pt idx="434">
                  <c:v>L300</c:v>
                </c:pt>
                <c:pt idx="435">
                  <c:v>LaCrosse</c:v>
                </c:pt>
                <c:pt idx="436">
                  <c:v>Lancer</c:v>
                </c:pt>
                <c:pt idx="437">
                  <c:v>Lancer Evolution</c:v>
                </c:pt>
                <c:pt idx="438">
                  <c:v>Lancer Sportback</c:v>
                </c:pt>
                <c:pt idx="439">
                  <c:v>Land Cruiser</c:v>
                </c:pt>
                <c:pt idx="440">
                  <c:v>Le Baron</c:v>
                </c:pt>
                <c:pt idx="441">
                  <c:v>Leaf</c:v>
                </c:pt>
                <c:pt idx="442">
                  <c:v>Legacy</c:v>
                </c:pt>
                <c:pt idx="443">
                  <c:v>Leganza</c:v>
                </c:pt>
                <c:pt idx="444">
                  <c:v>Legend</c:v>
                </c:pt>
                <c:pt idx="445">
                  <c:v>LeSabre</c:v>
                </c:pt>
                <c:pt idx="446">
                  <c:v>LHS</c:v>
                </c:pt>
                <c:pt idx="447">
                  <c:v>Liberty</c:v>
                </c:pt>
                <c:pt idx="448">
                  <c:v>LR2</c:v>
                </c:pt>
                <c:pt idx="449">
                  <c:v>lr3</c:v>
                </c:pt>
                <c:pt idx="450">
                  <c:v>LR4</c:v>
                </c:pt>
                <c:pt idx="451">
                  <c:v>LS</c:v>
                </c:pt>
                <c:pt idx="452">
                  <c:v>LS 400</c:v>
                </c:pt>
                <c:pt idx="453">
                  <c:v>LS 430</c:v>
                </c:pt>
                <c:pt idx="454">
                  <c:v>LS 460</c:v>
                </c:pt>
                <c:pt idx="455">
                  <c:v>LS 600h L</c:v>
                </c:pt>
                <c:pt idx="456">
                  <c:v>L-Series</c:v>
                </c:pt>
                <c:pt idx="457">
                  <c:v>Lucerne</c:v>
                </c:pt>
                <c:pt idx="458">
                  <c:v>lumina</c:v>
                </c:pt>
                <c:pt idx="459">
                  <c:v>lx</c:v>
                </c:pt>
                <c:pt idx="460">
                  <c:v>LX 450</c:v>
                </c:pt>
                <c:pt idx="461">
                  <c:v>LX 470</c:v>
                </c:pt>
                <c:pt idx="462">
                  <c:v>LX 570</c:v>
                </c:pt>
                <c:pt idx="463">
                  <c:v>M</c:v>
                </c:pt>
                <c:pt idx="464">
                  <c:v>M3</c:v>
                </c:pt>
                <c:pt idx="465">
                  <c:v>M35</c:v>
                </c:pt>
                <c:pt idx="466">
                  <c:v>M37</c:v>
                </c:pt>
                <c:pt idx="467">
                  <c:v>M4</c:v>
                </c:pt>
                <c:pt idx="468">
                  <c:v>M45</c:v>
                </c:pt>
                <c:pt idx="469">
                  <c:v>M5</c:v>
                </c:pt>
                <c:pt idx="470">
                  <c:v>M56</c:v>
                </c:pt>
                <c:pt idx="471">
                  <c:v>M6</c:v>
                </c:pt>
                <c:pt idx="472">
                  <c:v>M6 Gran Coupe</c:v>
                </c:pt>
                <c:pt idx="473">
                  <c:v>Macan</c:v>
                </c:pt>
                <c:pt idx="474">
                  <c:v>Magnum</c:v>
                </c:pt>
                <c:pt idx="475">
                  <c:v>Malibu</c:v>
                </c:pt>
                <c:pt idx="476">
                  <c:v>Malibu Classic</c:v>
                </c:pt>
                <c:pt idx="477">
                  <c:v>Malibu Hybrid</c:v>
                </c:pt>
                <c:pt idx="478">
                  <c:v>Malibu Maxx</c:v>
                </c:pt>
                <c:pt idx="479">
                  <c:v>Marauder</c:v>
                </c:pt>
                <c:pt idx="480">
                  <c:v>Mariner</c:v>
                </c:pt>
                <c:pt idx="481">
                  <c:v>Mariner Hybrid</c:v>
                </c:pt>
                <c:pt idx="482">
                  <c:v>Mark LT</c:v>
                </c:pt>
                <c:pt idx="483">
                  <c:v>Mark VIII</c:v>
                </c:pt>
                <c:pt idx="484">
                  <c:v>Matrix</c:v>
                </c:pt>
                <c:pt idx="485">
                  <c:v>Maxima</c:v>
                </c:pt>
                <c:pt idx="486">
                  <c:v>Mazda2</c:v>
                </c:pt>
                <c:pt idx="487">
                  <c:v>Mazda3</c:v>
                </c:pt>
                <c:pt idx="488">
                  <c:v>Mazda5</c:v>
                </c:pt>
                <c:pt idx="489">
                  <c:v>Mazda6</c:v>
                </c:pt>
                <c:pt idx="490">
                  <c:v>Mazdaspeed 3</c:v>
                </c:pt>
                <c:pt idx="491">
                  <c:v>Mazdaspeed Mazda3</c:v>
                </c:pt>
                <c:pt idx="492">
                  <c:v>Mazdaspeed Mazda6</c:v>
                </c:pt>
                <c:pt idx="493">
                  <c:v>Mazdaspeed MX-5 Miata</c:v>
                </c:pt>
                <c:pt idx="494">
                  <c:v>Mazdaspeed Protege</c:v>
                </c:pt>
                <c:pt idx="495">
                  <c:v>Mazdaspeed3</c:v>
                </c:pt>
                <c:pt idx="496">
                  <c:v>M-Class</c:v>
                </c:pt>
                <c:pt idx="497">
                  <c:v>MDX</c:v>
                </c:pt>
                <c:pt idx="498">
                  <c:v>Metro</c:v>
                </c:pt>
                <c:pt idx="499">
                  <c:v>Milan</c:v>
                </c:pt>
                <c:pt idx="500">
                  <c:v>Milan Hybrid</c:v>
                </c:pt>
                <c:pt idx="501">
                  <c:v>Millenia</c:v>
                </c:pt>
                <c:pt idx="502">
                  <c:v>Mirage</c:v>
                </c:pt>
                <c:pt idx="503">
                  <c:v>MKC</c:v>
                </c:pt>
                <c:pt idx="504">
                  <c:v>MKS</c:v>
                </c:pt>
                <c:pt idx="505">
                  <c:v>MKT</c:v>
                </c:pt>
                <c:pt idx="506">
                  <c:v>MKX</c:v>
                </c:pt>
                <c:pt idx="507">
                  <c:v>MKZ</c:v>
                </c:pt>
                <c:pt idx="508">
                  <c:v>MKZ Hybrid</c:v>
                </c:pt>
                <c:pt idx="509">
                  <c:v>ML55 AMG</c:v>
                </c:pt>
                <c:pt idx="510">
                  <c:v>Model S</c:v>
                </c:pt>
                <c:pt idx="511">
                  <c:v>Montana</c:v>
                </c:pt>
                <c:pt idx="512">
                  <c:v>Montana SV6</c:v>
                </c:pt>
                <c:pt idx="513">
                  <c:v>Monte Carlo</c:v>
                </c:pt>
                <c:pt idx="514">
                  <c:v>Montego</c:v>
                </c:pt>
                <c:pt idx="515">
                  <c:v>Monterey</c:v>
                </c:pt>
                <c:pt idx="516">
                  <c:v>Montero</c:v>
                </c:pt>
                <c:pt idx="517">
                  <c:v>Montero Sport</c:v>
                </c:pt>
                <c:pt idx="518">
                  <c:v>Mountaineer</c:v>
                </c:pt>
                <c:pt idx="519">
                  <c:v>mountnr</c:v>
                </c:pt>
                <c:pt idx="520">
                  <c:v>MPV</c:v>
                </c:pt>
                <c:pt idx="521">
                  <c:v>MR2 Spyder</c:v>
                </c:pt>
                <c:pt idx="522">
                  <c:v>Murano</c:v>
                </c:pt>
                <c:pt idx="523">
                  <c:v>Murano CrossCabriolet</c:v>
                </c:pt>
                <c:pt idx="524">
                  <c:v>Mustang</c:v>
                </c:pt>
                <c:pt idx="525">
                  <c:v>Mustang SVT Cobra</c:v>
                </c:pt>
                <c:pt idx="526">
                  <c:v>MX-5 Miata</c:v>
                </c:pt>
                <c:pt idx="527">
                  <c:v>Mystique</c:v>
                </c:pt>
                <c:pt idx="528">
                  <c:v>Navigator</c:v>
                </c:pt>
                <c:pt idx="529">
                  <c:v>Navigator L</c:v>
                </c:pt>
                <c:pt idx="530">
                  <c:v>Neon</c:v>
                </c:pt>
                <c:pt idx="531">
                  <c:v>New Beetle</c:v>
                </c:pt>
                <c:pt idx="532">
                  <c:v>Nitro</c:v>
                </c:pt>
                <c:pt idx="533">
                  <c:v>Nubira</c:v>
                </c:pt>
                <c:pt idx="534">
                  <c:v>NV</c:v>
                </c:pt>
                <c:pt idx="535">
                  <c:v>NV Cargo</c:v>
                </c:pt>
                <c:pt idx="536">
                  <c:v>NV Passenger</c:v>
                </c:pt>
                <c:pt idx="537">
                  <c:v>NV200</c:v>
                </c:pt>
                <c:pt idx="538">
                  <c:v>Odyssey</c:v>
                </c:pt>
                <c:pt idx="539">
                  <c:v>Optima</c:v>
                </c:pt>
                <c:pt idx="540">
                  <c:v>optra</c:v>
                </c:pt>
                <c:pt idx="541">
                  <c:v>Outback</c:v>
                </c:pt>
                <c:pt idx="542">
                  <c:v>Outlander</c:v>
                </c:pt>
                <c:pt idx="543">
                  <c:v>Outlander Sport</c:v>
                </c:pt>
                <c:pt idx="544">
                  <c:v>Outlook</c:v>
                </c:pt>
                <c:pt idx="545">
                  <c:v>Pacifica</c:v>
                </c:pt>
                <c:pt idx="546">
                  <c:v>Panamera</c:v>
                </c:pt>
                <c:pt idx="547">
                  <c:v>Park Avenue</c:v>
                </c:pt>
                <c:pt idx="548">
                  <c:v>Paseo</c:v>
                </c:pt>
                <c:pt idx="549">
                  <c:v>Passat</c:v>
                </c:pt>
                <c:pt idx="550">
                  <c:v>Passport</c:v>
                </c:pt>
                <c:pt idx="551">
                  <c:v>pathfind</c:v>
                </c:pt>
                <c:pt idx="552">
                  <c:v>Pathfinder</c:v>
                </c:pt>
                <c:pt idx="553">
                  <c:v>Patriot</c:v>
                </c:pt>
                <c:pt idx="554">
                  <c:v>Phaeton</c:v>
                </c:pt>
                <c:pt idx="555">
                  <c:v>Pickup</c:v>
                </c:pt>
                <c:pt idx="556">
                  <c:v>Pilot</c:v>
                </c:pt>
                <c:pt idx="557">
                  <c:v>police</c:v>
                </c:pt>
                <c:pt idx="558">
                  <c:v>Prelude</c:v>
                </c:pt>
                <c:pt idx="559">
                  <c:v>previa</c:v>
                </c:pt>
                <c:pt idx="560">
                  <c:v>Prius</c:v>
                </c:pt>
                <c:pt idx="561">
                  <c:v>Prius c</c:v>
                </c:pt>
                <c:pt idx="562">
                  <c:v>Prius Plug-in</c:v>
                </c:pt>
                <c:pt idx="563">
                  <c:v>Prius v</c:v>
                </c:pt>
                <c:pt idx="564">
                  <c:v>Prizm</c:v>
                </c:pt>
                <c:pt idx="565">
                  <c:v>Promaster Cargo Van</c:v>
                </c:pt>
                <c:pt idx="566">
                  <c:v>Protege</c:v>
                </c:pt>
                <c:pt idx="567">
                  <c:v>Protege5</c:v>
                </c:pt>
                <c:pt idx="568">
                  <c:v>Prowler</c:v>
                </c:pt>
                <c:pt idx="569">
                  <c:v>pt</c:v>
                </c:pt>
                <c:pt idx="570">
                  <c:v>PT Cruiser</c:v>
                </c:pt>
                <c:pt idx="571">
                  <c:v>pursuit</c:v>
                </c:pt>
                <c:pt idx="572">
                  <c:v>Q3</c:v>
                </c:pt>
                <c:pt idx="573">
                  <c:v>Q45</c:v>
                </c:pt>
                <c:pt idx="574">
                  <c:v>Q5</c:v>
                </c:pt>
                <c:pt idx="575">
                  <c:v>Q50</c:v>
                </c:pt>
                <c:pt idx="576">
                  <c:v>Q60 Convertible</c:v>
                </c:pt>
                <c:pt idx="577">
                  <c:v>Q60 Coupe</c:v>
                </c:pt>
                <c:pt idx="578">
                  <c:v>Q7</c:v>
                </c:pt>
                <c:pt idx="579">
                  <c:v>Q70</c:v>
                </c:pt>
                <c:pt idx="580">
                  <c:v>quattroporte</c:v>
                </c:pt>
                <c:pt idx="581">
                  <c:v>Quest</c:v>
                </c:pt>
                <c:pt idx="582">
                  <c:v>QX</c:v>
                </c:pt>
                <c:pt idx="583">
                  <c:v>QX4</c:v>
                </c:pt>
                <c:pt idx="584">
                  <c:v>QX50</c:v>
                </c:pt>
                <c:pt idx="585">
                  <c:v>QX56</c:v>
                </c:pt>
                <c:pt idx="586">
                  <c:v>QX60</c:v>
                </c:pt>
                <c:pt idx="587">
                  <c:v>QX70</c:v>
                </c:pt>
                <c:pt idx="588">
                  <c:v>QX80</c:v>
                </c:pt>
                <c:pt idx="589">
                  <c:v>Rabbit</c:v>
                </c:pt>
                <c:pt idx="590">
                  <c:v>Raider</c:v>
                </c:pt>
                <c:pt idx="591">
                  <c:v>Rainier</c:v>
                </c:pt>
                <c:pt idx="592">
                  <c:v>ram</c:v>
                </c:pt>
                <c:pt idx="593">
                  <c:v>Ram Cargo</c:v>
                </c:pt>
                <c:pt idx="594">
                  <c:v>Ram Pickup 1500</c:v>
                </c:pt>
                <c:pt idx="595">
                  <c:v>Ram Pickup 2500</c:v>
                </c:pt>
                <c:pt idx="596">
                  <c:v>Ram Pickup 3500</c:v>
                </c:pt>
                <c:pt idx="597">
                  <c:v>Ram Van</c:v>
                </c:pt>
                <c:pt idx="598">
                  <c:v>ram3500</c:v>
                </c:pt>
                <c:pt idx="599">
                  <c:v>range</c:v>
                </c:pt>
                <c:pt idx="600">
                  <c:v>Range Rover</c:v>
                </c:pt>
                <c:pt idx="601">
                  <c:v>Range Rover Evoque</c:v>
                </c:pt>
                <c:pt idx="602">
                  <c:v>Range Rover Sport</c:v>
                </c:pt>
                <c:pt idx="603">
                  <c:v>Ranger</c:v>
                </c:pt>
                <c:pt idx="604">
                  <c:v>rangerover</c:v>
                </c:pt>
                <c:pt idx="605">
                  <c:v>Rapide</c:v>
                </c:pt>
                <c:pt idx="606">
                  <c:v>RAV4</c:v>
                </c:pt>
                <c:pt idx="607">
                  <c:v>RC 350</c:v>
                </c:pt>
                <c:pt idx="608">
                  <c:v>RC F</c:v>
                </c:pt>
                <c:pt idx="609">
                  <c:v>R-Class</c:v>
                </c:pt>
                <c:pt idx="610">
                  <c:v>RDX</c:v>
                </c:pt>
                <c:pt idx="611">
                  <c:v>Regal</c:v>
                </c:pt>
                <c:pt idx="612">
                  <c:v>Regency</c:v>
                </c:pt>
                <c:pt idx="613">
                  <c:v>Relay</c:v>
                </c:pt>
                <c:pt idx="614">
                  <c:v>Rendezvous</c:v>
                </c:pt>
                <c:pt idx="615">
                  <c:v>Reno</c:v>
                </c:pt>
                <c:pt idx="616">
                  <c:v>ridgelin</c:v>
                </c:pt>
                <c:pt idx="617">
                  <c:v>Ridgeline</c:v>
                </c:pt>
                <c:pt idx="618">
                  <c:v>Rio</c:v>
                </c:pt>
                <c:pt idx="619">
                  <c:v>Riviera</c:v>
                </c:pt>
                <c:pt idx="620">
                  <c:v>rl</c:v>
                </c:pt>
                <c:pt idx="621">
                  <c:v>RLX</c:v>
                </c:pt>
                <c:pt idx="622">
                  <c:v>Roadmaster</c:v>
                </c:pt>
                <c:pt idx="623">
                  <c:v>Rodeo</c:v>
                </c:pt>
                <c:pt idx="624">
                  <c:v>Rodeo Sport</c:v>
                </c:pt>
                <c:pt idx="625">
                  <c:v>Rogue</c:v>
                </c:pt>
                <c:pt idx="626">
                  <c:v>Rogue Select</c:v>
                </c:pt>
                <c:pt idx="627">
                  <c:v>Rondo</c:v>
                </c:pt>
                <c:pt idx="628">
                  <c:v>Routan</c:v>
                </c:pt>
                <c:pt idx="629">
                  <c:v>rr</c:v>
                </c:pt>
                <c:pt idx="630">
                  <c:v>rrs</c:v>
                </c:pt>
                <c:pt idx="631">
                  <c:v>RS 4</c:v>
                </c:pt>
                <c:pt idx="632">
                  <c:v>RS 5</c:v>
                </c:pt>
                <c:pt idx="633">
                  <c:v>RS 6</c:v>
                </c:pt>
                <c:pt idx="634">
                  <c:v>RS 7</c:v>
                </c:pt>
                <c:pt idx="635">
                  <c:v>RSX</c:v>
                </c:pt>
                <c:pt idx="636">
                  <c:v>RX 300</c:v>
                </c:pt>
                <c:pt idx="637">
                  <c:v>RX 330</c:v>
                </c:pt>
                <c:pt idx="638">
                  <c:v>RX 350</c:v>
                </c:pt>
                <c:pt idx="639">
                  <c:v>RX 400h</c:v>
                </c:pt>
                <c:pt idx="640">
                  <c:v>RX 450h</c:v>
                </c:pt>
                <c:pt idx="641">
                  <c:v>rx8</c:v>
                </c:pt>
                <c:pt idx="642">
                  <c:v>RX-8</c:v>
                </c:pt>
                <c:pt idx="643">
                  <c:v>s10</c:v>
                </c:pt>
                <c:pt idx="644">
                  <c:v>S-10</c:v>
                </c:pt>
                <c:pt idx="645">
                  <c:v>S-10 Blazer</c:v>
                </c:pt>
                <c:pt idx="646">
                  <c:v>S2000</c:v>
                </c:pt>
                <c:pt idx="647">
                  <c:v>S4</c:v>
                </c:pt>
                <c:pt idx="648">
                  <c:v>S40</c:v>
                </c:pt>
                <c:pt idx="649">
                  <c:v>S5</c:v>
                </c:pt>
                <c:pt idx="650">
                  <c:v>s55</c:v>
                </c:pt>
                <c:pt idx="651">
                  <c:v>S6</c:v>
                </c:pt>
                <c:pt idx="652">
                  <c:v>S60</c:v>
                </c:pt>
                <c:pt idx="653">
                  <c:v>S7</c:v>
                </c:pt>
                <c:pt idx="654">
                  <c:v>S70</c:v>
                </c:pt>
                <c:pt idx="655">
                  <c:v>S8</c:v>
                </c:pt>
                <c:pt idx="656">
                  <c:v>S80</c:v>
                </c:pt>
                <c:pt idx="657">
                  <c:v>S90</c:v>
                </c:pt>
                <c:pt idx="658">
                  <c:v>Sable</c:v>
                </c:pt>
                <c:pt idx="659">
                  <c:v>Safari</c:v>
                </c:pt>
                <c:pt idx="660">
                  <c:v>Safari Cargo</c:v>
                </c:pt>
                <c:pt idx="661">
                  <c:v>santa</c:v>
                </c:pt>
                <c:pt idx="662">
                  <c:v>Santa Fe</c:v>
                </c:pt>
                <c:pt idx="663">
                  <c:v>Santa Fe Sport</c:v>
                </c:pt>
                <c:pt idx="664">
                  <c:v>savana</c:v>
                </c:pt>
                <c:pt idx="665">
                  <c:v>Savana Cargo</c:v>
                </c:pt>
                <c:pt idx="666">
                  <c:v>SC 300</c:v>
                </c:pt>
                <c:pt idx="667">
                  <c:v>SC 400</c:v>
                </c:pt>
                <c:pt idx="668">
                  <c:v>SC 430</c:v>
                </c:pt>
                <c:pt idx="669">
                  <c:v>S-Class</c:v>
                </c:pt>
                <c:pt idx="670">
                  <c:v>Sebring</c:v>
                </c:pt>
                <c:pt idx="671">
                  <c:v>Sedona</c:v>
                </c:pt>
                <c:pt idx="672">
                  <c:v>Sentra</c:v>
                </c:pt>
                <c:pt idx="673">
                  <c:v>Sephia</c:v>
                </c:pt>
                <c:pt idx="674">
                  <c:v>Sequoia</c:v>
                </c:pt>
                <c:pt idx="675">
                  <c:v>Seville</c:v>
                </c:pt>
                <c:pt idx="676">
                  <c:v>Shelby GT500</c:v>
                </c:pt>
                <c:pt idx="677">
                  <c:v>Sidekick</c:v>
                </c:pt>
                <c:pt idx="678">
                  <c:v>Sienna</c:v>
                </c:pt>
                <c:pt idx="679">
                  <c:v>siera</c:v>
                </c:pt>
                <c:pt idx="680">
                  <c:v>Sierra 1500</c:v>
                </c:pt>
                <c:pt idx="681">
                  <c:v>Sierra 1500 Classic</c:v>
                </c:pt>
                <c:pt idx="682">
                  <c:v>Sierra 1500 Hybrid</c:v>
                </c:pt>
                <c:pt idx="683">
                  <c:v>Sierra 1500HD</c:v>
                </c:pt>
                <c:pt idx="684">
                  <c:v>Sierra 2500</c:v>
                </c:pt>
                <c:pt idx="685">
                  <c:v>Sierra 2500HD</c:v>
                </c:pt>
                <c:pt idx="686">
                  <c:v>Sierra 2500HD Classic</c:v>
                </c:pt>
                <c:pt idx="687">
                  <c:v>Sierra 3500</c:v>
                </c:pt>
                <c:pt idx="688">
                  <c:v>Sierra 3500HD</c:v>
                </c:pt>
                <c:pt idx="689">
                  <c:v>Silhouette</c:v>
                </c:pt>
                <c:pt idx="690">
                  <c:v>Silverado 1500</c:v>
                </c:pt>
                <c:pt idx="691">
                  <c:v>Silverado 1500 Classic</c:v>
                </c:pt>
                <c:pt idx="692">
                  <c:v>Silverado 1500 Hybrid</c:v>
                </c:pt>
                <c:pt idx="693">
                  <c:v>Silverado 1500HD</c:v>
                </c:pt>
                <c:pt idx="694">
                  <c:v>Silverado 2500</c:v>
                </c:pt>
                <c:pt idx="695">
                  <c:v>Silverado 2500HD</c:v>
                </c:pt>
                <c:pt idx="696">
                  <c:v>Silverado 2500HD Classic</c:v>
                </c:pt>
                <c:pt idx="697">
                  <c:v>Silverado 3500</c:v>
                </c:pt>
                <c:pt idx="698">
                  <c:v>Silverado 3500 Classic</c:v>
                </c:pt>
                <c:pt idx="699">
                  <c:v>Silverado 3500HD</c:v>
                </c:pt>
                <c:pt idx="700">
                  <c:v>Sky</c:v>
                </c:pt>
                <c:pt idx="701">
                  <c:v>sl55</c:v>
                </c:pt>
                <c:pt idx="702">
                  <c:v>SL-Class</c:v>
                </c:pt>
                <c:pt idx="703">
                  <c:v>SLK-Class</c:v>
                </c:pt>
                <c:pt idx="704">
                  <c:v>SLS AMG</c:v>
                </c:pt>
                <c:pt idx="705">
                  <c:v>SLS AMG GT</c:v>
                </c:pt>
                <c:pt idx="706">
                  <c:v>Solstice</c:v>
                </c:pt>
                <c:pt idx="707">
                  <c:v>Sonata</c:v>
                </c:pt>
                <c:pt idx="708">
                  <c:v>Sonata Hybrid</c:v>
                </c:pt>
                <c:pt idx="709">
                  <c:v>Sonic</c:v>
                </c:pt>
                <c:pt idx="710">
                  <c:v>Sonoma</c:v>
                </c:pt>
                <c:pt idx="711">
                  <c:v>Sorento</c:v>
                </c:pt>
                <c:pt idx="712">
                  <c:v>Soul</c:v>
                </c:pt>
                <c:pt idx="713">
                  <c:v>Spark</c:v>
                </c:pt>
                <c:pt idx="714">
                  <c:v>Spark EV</c:v>
                </c:pt>
                <c:pt idx="715">
                  <c:v>Spectra</c:v>
                </c:pt>
                <c:pt idx="716">
                  <c:v>Spirit</c:v>
                </c:pt>
                <c:pt idx="717">
                  <c:v>Sportage</c:v>
                </c:pt>
                <c:pt idx="718">
                  <c:v>Sprinter</c:v>
                </c:pt>
                <c:pt idx="719">
                  <c:v>Sprinter Cargo</c:v>
                </c:pt>
                <c:pt idx="720">
                  <c:v>Spyder</c:v>
                </c:pt>
                <c:pt idx="721">
                  <c:v>SQ5</c:v>
                </c:pt>
                <c:pt idx="722">
                  <c:v>sr</c:v>
                </c:pt>
                <c:pt idx="723">
                  <c:v>SRX</c:v>
                </c:pt>
                <c:pt idx="724">
                  <c:v>SS</c:v>
                </c:pt>
                <c:pt idx="725">
                  <c:v>S-Series</c:v>
                </c:pt>
                <c:pt idx="726">
                  <c:v>SSR</c:v>
                </c:pt>
                <c:pt idx="727">
                  <c:v>stratus</c:v>
                </c:pt>
                <c:pt idx="728">
                  <c:v>STS</c:v>
                </c:pt>
                <c:pt idx="729">
                  <c:v>STS-V</c:v>
                </c:pt>
                <c:pt idx="730">
                  <c:v>S-Type</c:v>
                </c:pt>
                <c:pt idx="731">
                  <c:v>subrbn</c:v>
                </c:pt>
                <c:pt idx="732">
                  <c:v>Suburban</c:v>
                </c:pt>
                <c:pt idx="733">
                  <c:v>Sunfire</c:v>
                </c:pt>
                <c:pt idx="734">
                  <c:v>swift</c:v>
                </c:pt>
                <c:pt idx="735">
                  <c:v>SX4</c:v>
                </c:pt>
                <c:pt idx="736">
                  <c:v>T100</c:v>
                </c:pt>
                <c:pt idx="737">
                  <c:v>Tacoma</c:v>
                </c:pt>
                <c:pt idx="738">
                  <c:v>Tahoe</c:v>
                </c:pt>
                <c:pt idx="739">
                  <c:v>Tahoe Hybrid</c:v>
                </c:pt>
                <c:pt idx="740">
                  <c:v>Tahoe Limited/Z71</c:v>
                </c:pt>
                <c:pt idx="741">
                  <c:v>Taurus</c:v>
                </c:pt>
                <c:pt idx="742">
                  <c:v>Taurus X</c:v>
                </c:pt>
                <c:pt idx="743">
                  <c:v>tC</c:v>
                </c:pt>
                <c:pt idx="744">
                  <c:v>Tempo</c:v>
                </c:pt>
                <c:pt idx="745">
                  <c:v>Tercel</c:v>
                </c:pt>
                <c:pt idx="746">
                  <c:v>Terrain</c:v>
                </c:pt>
                <c:pt idx="747">
                  <c:v>Terraza</c:v>
                </c:pt>
                <c:pt idx="748">
                  <c:v>Thunderbird</c:v>
                </c:pt>
                <c:pt idx="749">
                  <c:v>Tiburon</c:v>
                </c:pt>
                <c:pt idx="750">
                  <c:v>Tiguan</c:v>
                </c:pt>
                <c:pt idx="751">
                  <c:v>Titan</c:v>
                </c:pt>
                <c:pt idx="752">
                  <c:v>TL</c:v>
                </c:pt>
                <c:pt idx="753">
                  <c:v>TLX</c:v>
                </c:pt>
                <c:pt idx="754">
                  <c:v>Torrent</c:v>
                </c:pt>
                <c:pt idx="755">
                  <c:v>Touareg</c:v>
                </c:pt>
                <c:pt idx="756">
                  <c:v>Touareg 2</c:v>
                </c:pt>
                <c:pt idx="757">
                  <c:v>town</c:v>
                </c:pt>
                <c:pt idx="758">
                  <c:v>Town and Country</c:v>
                </c:pt>
                <c:pt idx="759">
                  <c:v>Town Car</c:v>
                </c:pt>
                <c:pt idx="760">
                  <c:v>Tracer</c:v>
                </c:pt>
                <c:pt idx="761">
                  <c:v>Tracker</c:v>
                </c:pt>
                <c:pt idx="762">
                  <c:v>TrailBlazer</c:v>
                </c:pt>
                <c:pt idx="763">
                  <c:v>TrailBlazer EXT</c:v>
                </c:pt>
                <c:pt idx="764">
                  <c:v>Transit Connect</c:v>
                </c:pt>
                <c:pt idx="765">
                  <c:v>Transit Van</c:v>
                </c:pt>
                <c:pt idx="766">
                  <c:v>Transit Wagon</c:v>
                </c:pt>
                <c:pt idx="767">
                  <c:v>Traverse</c:v>
                </c:pt>
                <c:pt idx="768">
                  <c:v>Tribeca</c:v>
                </c:pt>
                <c:pt idx="769">
                  <c:v>Tribute</c:v>
                </c:pt>
                <c:pt idx="770">
                  <c:v>Tribute Hybrid</c:v>
                </c:pt>
                <c:pt idx="771">
                  <c:v>Trooper</c:v>
                </c:pt>
                <c:pt idx="772">
                  <c:v>Truck</c:v>
                </c:pt>
                <c:pt idx="773">
                  <c:v>TSX</c:v>
                </c:pt>
                <c:pt idx="774">
                  <c:v>TSX Sport Wagon</c:v>
                </c:pt>
                <c:pt idx="775">
                  <c:v>TT</c:v>
                </c:pt>
                <c:pt idx="776">
                  <c:v>TT RS</c:v>
                </c:pt>
                <c:pt idx="777">
                  <c:v>TTS</c:v>
                </c:pt>
                <c:pt idx="778">
                  <c:v>Tucson</c:v>
                </c:pt>
                <c:pt idx="779">
                  <c:v>Tundra</c:v>
                </c:pt>
                <c:pt idx="780">
                  <c:v>twn&amp;country</c:v>
                </c:pt>
                <c:pt idx="781">
                  <c:v>twn/cntry</c:v>
                </c:pt>
                <c:pt idx="782">
                  <c:v>Uplander</c:v>
                </c:pt>
                <c:pt idx="783">
                  <c:v>uplandr</c:v>
                </c:pt>
                <c:pt idx="784">
                  <c:v>V40</c:v>
                </c:pt>
                <c:pt idx="785">
                  <c:v>V50</c:v>
                </c:pt>
                <c:pt idx="786">
                  <c:v>V60</c:v>
                </c:pt>
                <c:pt idx="787">
                  <c:v>V70</c:v>
                </c:pt>
                <c:pt idx="788">
                  <c:v>V8 Vantage</c:v>
                </c:pt>
                <c:pt idx="789">
                  <c:v>Veloster</c:v>
                </c:pt>
                <c:pt idx="790">
                  <c:v>Venture</c:v>
                </c:pt>
                <c:pt idx="791">
                  <c:v>Venza</c:v>
                </c:pt>
                <c:pt idx="792">
                  <c:v>Veracruz</c:v>
                </c:pt>
                <c:pt idx="793">
                  <c:v>Verano</c:v>
                </c:pt>
                <c:pt idx="794">
                  <c:v>Verona</c:v>
                </c:pt>
                <c:pt idx="795">
                  <c:v>Versa</c:v>
                </c:pt>
                <c:pt idx="796">
                  <c:v>Versa Note</c:v>
                </c:pt>
                <c:pt idx="797">
                  <c:v>Vibe</c:v>
                </c:pt>
                <c:pt idx="798">
                  <c:v>villager</c:v>
                </c:pt>
                <c:pt idx="799">
                  <c:v>Viper</c:v>
                </c:pt>
                <c:pt idx="800">
                  <c:v>Vitara</c:v>
                </c:pt>
                <c:pt idx="801">
                  <c:v>Volt</c:v>
                </c:pt>
                <c:pt idx="802">
                  <c:v>Voyager</c:v>
                </c:pt>
                <c:pt idx="803">
                  <c:v>VUE</c:v>
                </c:pt>
                <c:pt idx="804">
                  <c:v>VUE Hybrid</c:v>
                </c:pt>
                <c:pt idx="805">
                  <c:v>wave</c:v>
                </c:pt>
                <c:pt idx="806">
                  <c:v>Windstar</c:v>
                </c:pt>
                <c:pt idx="807">
                  <c:v>Windstar Cargo</c:v>
                </c:pt>
                <c:pt idx="808">
                  <c:v>wrangler</c:v>
                </c:pt>
                <c:pt idx="809">
                  <c:v>WRX</c:v>
                </c:pt>
                <c:pt idx="810">
                  <c:v>X1</c:v>
                </c:pt>
                <c:pt idx="811">
                  <c:v>X3</c:v>
                </c:pt>
                <c:pt idx="812">
                  <c:v>X4</c:v>
                </c:pt>
                <c:pt idx="813">
                  <c:v>X5</c:v>
                </c:pt>
                <c:pt idx="814">
                  <c:v>X5 M</c:v>
                </c:pt>
                <c:pt idx="815">
                  <c:v>X6</c:v>
                </c:pt>
                <c:pt idx="816">
                  <c:v>X6 M</c:v>
                </c:pt>
                <c:pt idx="817">
                  <c:v>xA</c:v>
                </c:pt>
                <c:pt idx="818">
                  <c:v>xB</c:v>
                </c:pt>
                <c:pt idx="819">
                  <c:v>XC</c:v>
                </c:pt>
                <c:pt idx="820">
                  <c:v>XC60</c:v>
                </c:pt>
                <c:pt idx="821">
                  <c:v>XC70</c:v>
                </c:pt>
                <c:pt idx="822">
                  <c:v>XC90</c:v>
                </c:pt>
                <c:pt idx="823">
                  <c:v>xD</c:v>
                </c:pt>
                <c:pt idx="824">
                  <c:v>XF</c:v>
                </c:pt>
                <c:pt idx="825">
                  <c:v>XG300</c:v>
                </c:pt>
                <c:pt idx="826">
                  <c:v>XG350</c:v>
                </c:pt>
                <c:pt idx="827">
                  <c:v>XJ</c:v>
                </c:pt>
                <c:pt idx="828">
                  <c:v>XJ-Series</c:v>
                </c:pt>
                <c:pt idx="829">
                  <c:v>XK</c:v>
                </c:pt>
                <c:pt idx="830">
                  <c:v>XK-Series</c:v>
                </c:pt>
                <c:pt idx="831">
                  <c:v>XL7</c:v>
                </c:pt>
                <c:pt idx="832">
                  <c:v>XL-7</c:v>
                </c:pt>
                <c:pt idx="833">
                  <c:v>XLR</c:v>
                </c:pt>
                <c:pt idx="834">
                  <c:v>Xterra</c:v>
                </c:pt>
                <c:pt idx="835">
                  <c:v>x-trail</c:v>
                </c:pt>
                <c:pt idx="836">
                  <c:v>XTS</c:v>
                </c:pt>
                <c:pt idx="837">
                  <c:v>X-Type</c:v>
                </c:pt>
                <c:pt idx="838">
                  <c:v>XV Crosstrek</c:v>
                </c:pt>
                <c:pt idx="839">
                  <c:v>Yaris</c:v>
                </c:pt>
                <c:pt idx="840">
                  <c:v>Yukon</c:v>
                </c:pt>
                <c:pt idx="841">
                  <c:v>Yukon Denali</c:v>
                </c:pt>
                <c:pt idx="842">
                  <c:v>Yukon Hybrid</c:v>
                </c:pt>
                <c:pt idx="843">
                  <c:v>Yukon XL</c:v>
                </c:pt>
                <c:pt idx="844">
                  <c:v>Z3</c:v>
                </c:pt>
                <c:pt idx="845">
                  <c:v>Z4</c:v>
                </c:pt>
                <c:pt idx="846">
                  <c:v>Z4 M</c:v>
                </c:pt>
                <c:pt idx="847">
                  <c:v>ZDX</c:v>
                </c:pt>
                <c:pt idx="848">
                  <c:v>Zephyr</c:v>
                </c:pt>
                <c:pt idx="849">
                  <c:v>2025/09/03</c:v>
                </c:pt>
                <c:pt idx="850">
                  <c:v>2025/09/05</c:v>
                </c:pt>
                <c:pt idx="851">
                  <c:v>(blank)</c:v>
                </c:pt>
              </c:strCache>
            </c:strRef>
          </c:cat>
          <c:val>
            <c:numRef>
              <c:f>'model vs revenue'!$B$4:$B$856</c:f>
              <c:numCache>
                <c:formatCode>General</c:formatCode>
                <c:ptCount val="852"/>
                <c:pt idx="0">
                  <c:v>54400</c:v>
                </c:pt>
                <c:pt idx="1">
                  <c:v>375400</c:v>
                </c:pt>
                <c:pt idx="2">
                  <c:v>260350</c:v>
                </c:pt>
                <c:pt idx="3">
                  <c:v>26400</c:v>
                </c:pt>
                <c:pt idx="4">
                  <c:v>3409550</c:v>
                </c:pt>
                <c:pt idx="5">
                  <c:v>158350</c:v>
                </c:pt>
                <c:pt idx="6">
                  <c:v>45091720</c:v>
                </c:pt>
                <c:pt idx="7">
                  <c:v>50254354</c:v>
                </c:pt>
                <c:pt idx="8">
                  <c:v>4900</c:v>
                </c:pt>
                <c:pt idx="9">
                  <c:v>81000</c:v>
                </c:pt>
                <c:pt idx="10">
                  <c:v>5074077</c:v>
                </c:pt>
                <c:pt idx="11">
                  <c:v>85650</c:v>
                </c:pt>
                <c:pt idx="12">
                  <c:v>8975</c:v>
                </c:pt>
                <c:pt idx="13">
                  <c:v>16379100</c:v>
                </c:pt>
                <c:pt idx="14">
                  <c:v>1400</c:v>
                </c:pt>
                <c:pt idx="15">
                  <c:v>3475</c:v>
                </c:pt>
                <c:pt idx="16">
                  <c:v>74090636</c:v>
                </c:pt>
                <c:pt idx="17">
                  <c:v>30706075</c:v>
                </c:pt>
                <c:pt idx="18">
                  <c:v>8757500</c:v>
                </c:pt>
                <c:pt idx="19">
                  <c:v>7798475</c:v>
                </c:pt>
                <c:pt idx="20">
                  <c:v>2125</c:v>
                </c:pt>
                <c:pt idx="21">
                  <c:v>1231700</c:v>
                </c:pt>
                <c:pt idx="22">
                  <c:v>9825</c:v>
                </c:pt>
                <c:pt idx="23">
                  <c:v>137906230</c:v>
                </c:pt>
                <c:pt idx="24">
                  <c:v>2849850</c:v>
                </c:pt>
                <c:pt idx="25">
                  <c:v>5000</c:v>
                </c:pt>
                <c:pt idx="26">
                  <c:v>10350</c:v>
                </c:pt>
                <c:pt idx="27">
                  <c:v>900</c:v>
                </c:pt>
                <c:pt idx="28">
                  <c:v>125775</c:v>
                </c:pt>
                <c:pt idx="29">
                  <c:v>4550</c:v>
                </c:pt>
                <c:pt idx="30">
                  <c:v>2100</c:v>
                </c:pt>
                <c:pt idx="31">
                  <c:v>10400</c:v>
                </c:pt>
                <c:pt idx="32">
                  <c:v>13900</c:v>
                </c:pt>
                <c:pt idx="33">
                  <c:v>1344900</c:v>
                </c:pt>
                <c:pt idx="34">
                  <c:v>4421150</c:v>
                </c:pt>
                <c:pt idx="35">
                  <c:v>12410600</c:v>
                </c:pt>
                <c:pt idx="36">
                  <c:v>530800</c:v>
                </c:pt>
                <c:pt idx="37">
                  <c:v>2350</c:v>
                </c:pt>
                <c:pt idx="38">
                  <c:v>1400</c:v>
                </c:pt>
                <c:pt idx="39">
                  <c:v>1400</c:v>
                </c:pt>
                <c:pt idx="40">
                  <c:v>2000</c:v>
                </c:pt>
                <c:pt idx="41">
                  <c:v>183000</c:v>
                </c:pt>
                <c:pt idx="42">
                  <c:v>20776747</c:v>
                </c:pt>
                <c:pt idx="43">
                  <c:v>88530025</c:v>
                </c:pt>
                <c:pt idx="44">
                  <c:v>7169875</c:v>
                </c:pt>
                <c:pt idx="45">
                  <c:v>18800</c:v>
                </c:pt>
                <c:pt idx="46">
                  <c:v>42400</c:v>
                </c:pt>
                <c:pt idx="47">
                  <c:v>3851400</c:v>
                </c:pt>
                <c:pt idx="48">
                  <c:v>22588325</c:v>
                </c:pt>
                <c:pt idx="49">
                  <c:v>5957603</c:v>
                </c:pt>
                <c:pt idx="50">
                  <c:v>21176875</c:v>
                </c:pt>
                <c:pt idx="51">
                  <c:v>638350</c:v>
                </c:pt>
                <c:pt idx="52">
                  <c:v>1227425</c:v>
                </c:pt>
                <c:pt idx="53">
                  <c:v>121500</c:v>
                </c:pt>
                <c:pt idx="54">
                  <c:v>6750</c:v>
                </c:pt>
                <c:pt idx="55">
                  <c:v>40100</c:v>
                </c:pt>
                <c:pt idx="56">
                  <c:v>258150</c:v>
                </c:pt>
                <c:pt idx="57">
                  <c:v>3983450</c:v>
                </c:pt>
                <c:pt idx="58">
                  <c:v>28259050</c:v>
                </c:pt>
                <c:pt idx="59">
                  <c:v>8810000</c:v>
                </c:pt>
                <c:pt idx="60">
                  <c:v>14601175</c:v>
                </c:pt>
                <c:pt idx="61">
                  <c:v>5599500</c:v>
                </c:pt>
                <c:pt idx="62">
                  <c:v>8059000</c:v>
                </c:pt>
                <c:pt idx="63">
                  <c:v>36288937</c:v>
                </c:pt>
                <c:pt idx="64">
                  <c:v>15505227</c:v>
                </c:pt>
                <c:pt idx="65">
                  <c:v>88250425</c:v>
                </c:pt>
                <c:pt idx="66">
                  <c:v>1537175</c:v>
                </c:pt>
                <c:pt idx="67">
                  <c:v>255750</c:v>
                </c:pt>
                <c:pt idx="68">
                  <c:v>500</c:v>
                </c:pt>
                <c:pt idx="69">
                  <c:v>55250</c:v>
                </c:pt>
                <c:pt idx="70">
                  <c:v>537500</c:v>
                </c:pt>
                <c:pt idx="71">
                  <c:v>138400</c:v>
                </c:pt>
                <c:pt idx="72">
                  <c:v>31300</c:v>
                </c:pt>
                <c:pt idx="73">
                  <c:v>132600</c:v>
                </c:pt>
                <c:pt idx="74">
                  <c:v>1492100</c:v>
                </c:pt>
                <c:pt idx="75">
                  <c:v>111850</c:v>
                </c:pt>
                <c:pt idx="76">
                  <c:v>4200</c:v>
                </c:pt>
                <c:pt idx="77">
                  <c:v>155100</c:v>
                </c:pt>
                <c:pt idx="78">
                  <c:v>220986008</c:v>
                </c:pt>
                <c:pt idx="79">
                  <c:v>589400</c:v>
                </c:pt>
                <c:pt idx="80">
                  <c:v>312550</c:v>
                </c:pt>
                <c:pt idx="81">
                  <c:v>2400</c:v>
                </c:pt>
                <c:pt idx="82">
                  <c:v>12513307</c:v>
                </c:pt>
                <c:pt idx="83">
                  <c:v>104500</c:v>
                </c:pt>
                <c:pt idx="84">
                  <c:v>1986800</c:v>
                </c:pt>
                <c:pt idx="85">
                  <c:v>1000</c:v>
                </c:pt>
                <c:pt idx="86">
                  <c:v>210100</c:v>
                </c:pt>
                <c:pt idx="87">
                  <c:v>110675</c:v>
                </c:pt>
                <c:pt idx="88">
                  <c:v>107150</c:v>
                </c:pt>
                <c:pt idx="89">
                  <c:v>4124404</c:v>
                </c:pt>
                <c:pt idx="90">
                  <c:v>2123525</c:v>
                </c:pt>
                <c:pt idx="91">
                  <c:v>19900</c:v>
                </c:pt>
                <c:pt idx="92">
                  <c:v>45075</c:v>
                </c:pt>
                <c:pt idx="93">
                  <c:v>15725100</c:v>
                </c:pt>
                <c:pt idx="94">
                  <c:v>11877137</c:v>
                </c:pt>
                <c:pt idx="95">
                  <c:v>1024300</c:v>
                </c:pt>
                <c:pt idx="96">
                  <c:v>35874621</c:v>
                </c:pt>
                <c:pt idx="97">
                  <c:v>2695550</c:v>
                </c:pt>
                <c:pt idx="98">
                  <c:v>521950</c:v>
                </c:pt>
                <c:pt idx="99">
                  <c:v>33750</c:v>
                </c:pt>
                <c:pt idx="100">
                  <c:v>3999600</c:v>
                </c:pt>
                <c:pt idx="101">
                  <c:v>13375</c:v>
                </c:pt>
                <c:pt idx="102">
                  <c:v>13500</c:v>
                </c:pt>
                <c:pt idx="103">
                  <c:v>7150</c:v>
                </c:pt>
                <c:pt idx="104">
                  <c:v>700</c:v>
                </c:pt>
                <c:pt idx="105">
                  <c:v>570700</c:v>
                </c:pt>
                <c:pt idx="106">
                  <c:v>281800</c:v>
                </c:pt>
                <c:pt idx="107">
                  <c:v>140750</c:v>
                </c:pt>
                <c:pt idx="108">
                  <c:v>5855300</c:v>
                </c:pt>
                <c:pt idx="109">
                  <c:v>1068750</c:v>
                </c:pt>
                <c:pt idx="110">
                  <c:v>1446800</c:v>
                </c:pt>
                <c:pt idx="111">
                  <c:v>53900</c:v>
                </c:pt>
                <c:pt idx="112">
                  <c:v>355925</c:v>
                </c:pt>
                <c:pt idx="113">
                  <c:v>204375</c:v>
                </c:pt>
                <c:pt idx="114">
                  <c:v>724500</c:v>
                </c:pt>
                <c:pt idx="115">
                  <c:v>5194001</c:v>
                </c:pt>
                <c:pt idx="116">
                  <c:v>59475</c:v>
                </c:pt>
                <c:pt idx="117">
                  <c:v>4900</c:v>
                </c:pt>
                <c:pt idx="118">
                  <c:v>1100</c:v>
                </c:pt>
                <c:pt idx="119">
                  <c:v>826850</c:v>
                </c:pt>
                <c:pt idx="120">
                  <c:v>2600</c:v>
                </c:pt>
                <c:pt idx="121">
                  <c:v>10900</c:v>
                </c:pt>
                <c:pt idx="122">
                  <c:v>50800</c:v>
                </c:pt>
                <c:pt idx="123">
                  <c:v>53150</c:v>
                </c:pt>
                <c:pt idx="124">
                  <c:v>3700</c:v>
                </c:pt>
                <c:pt idx="125">
                  <c:v>14000</c:v>
                </c:pt>
                <c:pt idx="126">
                  <c:v>313900</c:v>
                </c:pt>
                <c:pt idx="127">
                  <c:v>250400</c:v>
                </c:pt>
                <c:pt idx="128">
                  <c:v>6600</c:v>
                </c:pt>
                <c:pt idx="129">
                  <c:v>304000</c:v>
                </c:pt>
                <c:pt idx="130">
                  <c:v>3500</c:v>
                </c:pt>
                <c:pt idx="131">
                  <c:v>20200</c:v>
                </c:pt>
                <c:pt idx="132">
                  <c:v>474150</c:v>
                </c:pt>
                <c:pt idx="133">
                  <c:v>1863527</c:v>
                </c:pt>
                <c:pt idx="134">
                  <c:v>38750</c:v>
                </c:pt>
                <c:pt idx="135">
                  <c:v>800</c:v>
                </c:pt>
                <c:pt idx="136">
                  <c:v>5105650</c:v>
                </c:pt>
                <c:pt idx="137">
                  <c:v>6510625</c:v>
                </c:pt>
                <c:pt idx="138">
                  <c:v>1714000</c:v>
                </c:pt>
                <c:pt idx="139">
                  <c:v>37714155</c:v>
                </c:pt>
                <c:pt idx="140">
                  <c:v>140259583</c:v>
                </c:pt>
                <c:pt idx="141">
                  <c:v>8269937</c:v>
                </c:pt>
                <c:pt idx="142">
                  <c:v>1752800</c:v>
                </c:pt>
                <c:pt idx="143">
                  <c:v>1151650</c:v>
                </c:pt>
                <c:pt idx="144">
                  <c:v>9925</c:v>
                </c:pt>
                <c:pt idx="145">
                  <c:v>47200</c:v>
                </c:pt>
                <c:pt idx="146">
                  <c:v>13730456</c:v>
                </c:pt>
                <c:pt idx="147">
                  <c:v>469750</c:v>
                </c:pt>
                <c:pt idx="148">
                  <c:v>30200</c:v>
                </c:pt>
                <c:pt idx="149">
                  <c:v>28325</c:v>
                </c:pt>
                <c:pt idx="150">
                  <c:v>372550</c:v>
                </c:pt>
                <c:pt idx="151">
                  <c:v>16234100</c:v>
                </c:pt>
                <c:pt idx="152">
                  <c:v>2221600</c:v>
                </c:pt>
                <c:pt idx="153">
                  <c:v>378000</c:v>
                </c:pt>
                <c:pt idx="154">
                  <c:v>8739603</c:v>
                </c:pt>
                <c:pt idx="155">
                  <c:v>95178932</c:v>
                </c:pt>
                <c:pt idx="156">
                  <c:v>223150</c:v>
                </c:pt>
                <c:pt idx="157">
                  <c:v>343125</c:v>
                </c:pt>
                <c:pt idx="158">
                  <c:v>24966801</c:v>
                </c:pt>
                <c:pt idx="159">
                  <c:v>59284621</c:v>
                </c:pt>
                <c:pt idx="160">
                  <c:v>11125350</c:v>
                </c:pt>
                <c:pt idx="161">
                  <c:v>2325</c:v>
                </c:pt>
                <c:pt idx="162">
                  <c:v>16775</c:v>
                </c:pt>
                <c:pt idx="163">
                  <c:v>64523831</c:v>
                </c:pt>
                <c:pt idx="164">
                  <c:v>450</c:v>
                </c:pt>
                <c:pt idx="165">
                  <c:v>184300</c:v>
                </c:pt>
                <c:pt idx="166">
                  <c:v>19700</c:v>
                </c:pt>
                <c:pt idx="167">
                  <c:v>4116500</c:v>
                </c:pt>
                <c:pt idx="168">
                  <c:v>89475</c:v>
                </c:pt>
                <c:pt idx="169">
                  <c:v>4568150</c:v>
                </c:pt>
                <c:pt idx="170">
                  <c:v>3687400</c:v>
                </c:pt>
                <c:pt idx="171">
                  <c:v>14240440</c:v>
                </c:pt>
                <c:pt idx="172">
                  <c:v>2863800</c:v>
                </c:pt>
                <c:pt idx="173">
                  <c:v>4748402</c:v>
                </c:pt>
                <c:pt idx="174">
                  <c:v>5700525</c:v>
                </c:pt>
                <c:pt idx="175">
                  <c:v>7299025</c:v>
                </c:pt>
                <c:pt idx="176">
                  <c:v>9600</c:v>
                </c:pt>
                <c:pt idx="177">
                  <c:v>5207050</c:v>
                </c:pt>
                <c:pt idx="178">
                  <c:v>16815490</c:v>
                </c:pt>
                <c:pt idx="179">
                  <c:v>69600</c:v>
                </c:pt>
                <c:pt idx="180">
                  <c:v>82200</c:v>
                </c:pt>
                <c:pt idx="181">
                  <c:v>1812000</c:v>
                </c:pt>
                <c:pt idx="182">
                  <c:v>211500</c:v>
                </c:pt>
                <c:pt idx="183">
                  <c:v>2894350</c:v>
                </c:pt>
                <c:pt idx="184">
                  <c:v>239250</c:v>
                </c:pt>
                <c:pt idx="185">
                  <c:v>2949550</c:v>
                </c:pt>
                <c:pt idx="186">
                  <c:v>111000</c:v>
                </c:pt>
                <c:pt idx="187">
                  <c:v>101000</c:v>
                </c:pt>
                <c:pt idx="188">
                  <c:v>7725</c:v>
                </c:pt>
                <c:pt idx="189">
                  <c:v>22785875</c:v>
                </c:pt>
                <c:pt idx="190">
                  <c:v>4401625</c:v>
                </c:pt>
                <c:pt idx="191">
                  <c:v>9496000</c:v>
                </c:pt>
                <c:pt idx="192">
                  <c:v>615850</c:v>
                </c:pt>
                <c:pt idx="193">
                  <c:v>1831750</c:v>
                </c:pt>
                <c:pt idx="194">
                  <c:v>568150</c:v>
                </c:pt>
                <c:pt idx="195">
                  <c:v>67847141</c:v>
                </c:pt>
                <c:pt idx="196">
                  <c:v>1050</c:v>
                </c:pt>
                <c:pt idx="197">
                  <c:v>15884502</c:v>
                </c:pt>
                <c:pt idx="198">
                  <c:v>6243500</c:v>
                </c:pt>
                <c:pt idx="199">
                  <c:v>30500</c:v>
                </c:pt>
                <c:pt idx="200">
                  <c:v>25500</c:v>
                </c:pt>
                <c:pt idx="201">
                  <c:v>330000</c:v>
                </c:pt>
                <c:pt idx="202">
                  <c:v>5411850</c:v>
                </c:pt>
                <c:pt idx="203">
                  <c:v>10000</c:v>
                </c:pt>
                <c:pt idx="204">
                  <c:v>536425</c:v>
                </c:pt>
                <c:pt idx="205">
                  <c:v>70701714</c:v>
                </c:pt>
                <c:pt idx="206">
                  <c:v>43662759</c:v>
                </c:pt>
                <c:pt idx="207">
                  <c:v>1105750</c:v>
                </c:pt>
                <c:pt idx="208">
                  <c:v>8184800</c:v>
                </c:pt>
                <c:pt idx="209">
                  <c:v>20823331</c:v>
                </c:pt>
                <c:pt idx="210">
                  <c:v>3631000</c:v>
                </c:pt>
                <c:pt idx="211">
                  <c:v>245300</c:v>
                </c:pt>
                <c:pt idx="212">
                  <c:v>1019900</c:v>
                </c:pt>
                <c:pt idx="213">
                  <c:v>1353871</c:v>
                </c:pt>
                <c:pt idx="214">
                  <c:v>50500</c:v>
                </c:pt>
                <c:pt idx="215">
                  <c:v>2361700</c:v>
                </c:pt>
                <c:pt idx="216">
                  <c:v>8850</c:v>
                </c:pt>
                <c:pt idx="217">
                  <c:v>3450</c:v>
                </c:pt>
                <c:pt idx="218">
                  <c:v>4775</c:v>
                </c:pt>
                <c:pt idx="219">
                  <c:v>62050</c:v>
                </c:pt>
                <c:pt idx="220">
                  <c:v>9718003</c:v>
                </c:pt>
                <c:pt idx="221">
                  <c:v>3859820</c:v>
                </c:pt>
                <c:pt idx="222">
                  <c:v>14823050</c:v>
                </c:pt>
                <c:pt idx="223">
                  <c:v>3698085</c:v>
                </c:pt>
                <c:pt idx="224">
                  <c:v>11980053</c:v>
                </c:pt>
                <c:pt idx="225">
                  <c:v>307000</c:v>
                </c:pt>
                <c:pt idx="226">
                  <c:v>1118395</c:v>
                </c:pt>
                <c:pt idx="227">
                  <c:v>25425</c:v>
                </c:pt>
                <c:pt idx="228">
                  <c:v>72200</c:v>
                </c:pt>
                <c:pt idx="229">
                  <c:v>44100</c:v>
                </c:pt>
                <c:pt idx="230">
                  <c:v>3704820</c:v>
                </c:pt>
                <c:pt idx="231">
                  <c:v>29982241</c:v>
                </c:pt>
                <c:pt idx="232">
                  <c:v>51200</c:v>
                </c:pt>
                <c:pt idx="233">
                  <c:v>416600</c:v>
                </c:pt>
                <c:pt idx="234">
                  <c:v>4800</c:v>
                </c:pt>
                <c:pt idx="235">
                  <c:v>48200</c:v>
                </c:pt>
                <c:pt idx="236">
                  <c:v>2000</c:v>
                </c:pt>
                <c:pt idx="237">
                  <c:v>3100</c:v>
                </c:pt>
                <c:pt idx="238">
                  <c:v>441850</c:v>
                </c:pt>
                <c:pt idx="239">
                  <c:v>6600</c:v>
                </c:pt>
                <c:pt idx="240">
                  <c:v>123600</c:v>
                </c:pt>
                <c:pt idx="241">
                  <c:v>83506435</c:v>
                </c:pt>
                <c:pt idx="242">
                  <c:v>1593150</c:v>
                </c:pt>
                <c:pt idx="243">
                  <c:v>528275</c:v>
                </c:pt>
                <c:pt idx="244">
                  <c:v>3519775</c:v>
                </c:pt>
                <c:pt idx="245">
                  <c:v>988600</c:v>
                </c:pt>
                <c:pt idx="246">
                  <c:v>110867719</c:v>
                </c:pt>
                <c:pt idx="247">
                  <c:v>11200</c:v>
                </c:pt>
                <c:pt idx="248">
                  <c:v>1300</c:v>
                </c:pt>
                <c:pt idx="249">
                  <c:v>7100</c:v>
                </c:pt>
                <c:pt idx="250">
                  <c:v>62991225</c:v>
                </c:pt>
                <c:pt idx="251">
                  <c:v>1262450</c:v>
                </c:pt>
                <c:pt idx="252">
                  <c:v>3185400</c:v>
                </c:pt>
                <c:pt idx="253">
                  <c:v>965675</c:v>
                </c:pt>
                <c:pt idx="254">
                  <c:v>103175</c:v>
                </c:pt>
                <c:pt idx="255">
                  <c:v>2081870</c:v>
                </c:pt>
                <c:pt idx="256">
                  <c:v>203100</c:v>
                </c:pt>
                <c:pt idx="257">
                  <c:v>20197850</c:v>
                </c:pt>
                <c:pt idx="258">
                  <c:v>1748352</c:v>
                </c:pt>
                <c:pt idx="259">
                  <c:v>807000</c:v>
                </c:pt>
                <c:pt idx="260">
                  <c:v>295800</c:v>
                </c:pt>
                <c:pt idx="261">
                  <c:v>2626625</c:v>
                </c:pt>
                <c:pt idx="262">
                  <c:v>901300</c:v>
                </c:pt>
                <c:pt idx="263">
                  <c:v>194350</c:v>
                </c:pt>
                <c:pt idx="264">
                  <c:v>2208700</c:v>
                </c:pt>
                <c:pt idx="265">
                  <c:v>29700</c:v>
                </c:pt>
                <c:pt idx="266">
                  <c:v>60703502</c:v>
                </c:pt>
                <c:pt idx="267">
                  <c:v>4359900</c:v>
                </c:pt>
                <c:pt idx="268">
                  <c:v>1204050</c:v>
                </c:pt>
                <c:pt idx="269">
                  <c:v>2122050</c:v>
                </c:pt>
                <c:pt idx="270">
                  <c:v>1942500</c:v>
                </c:pt>
                <c:pt idx="271">
                  <c:v>37953225</c:v>
                </c:pt>
                <c:pt idx="272">
                  <c:v>25998303</c:v>
                </c:pt>
                <c:pt idx="273">
                  <c:v>15460051</c:v>
                </c:pt>
                <c:pt idx="274">
                  <c:v>2870750</c:v>
                </c:pt>
                <c:pt idx="275">
                  <c:v>1050450</c:v>
                </c:pt>
                <c:pt idx="276">
                  <c:v>165966502</c:v>
                </c:pt>
                <c:pt idx="277">
                  <c:v>1223990</c:v>
                </c:pt>
                <c:pt idx="278">
                  <c:v>63550</c:v>
                </c:pt>
                <c:pt idx="279">
                  <c:v>34837301</c:v>
                </c:pt>
                <c:pt idx="280">
                  <c:v>24876207</c:v>
                </c:pt>
                <c:pt idx="281">
                  <c:v>2100</c:v>
                </c:pt>
                <c:pt idx="282">
                  <c:v>38200</c:v>
                </c:pt>
                <c:pt idx="283">
                  <c:v>3244450</c:v>
                </c:pt>
                <c:pt idx="284">
                  <c:v>814950</c:v>
                </c:pt>
                <c:pt idx="285">
                  <c:v>15300</c:v>
                </c:pt>
                <c:pt idx="286">
                  <c:v>1080250</c:v>
                </c:pt>
                <c:pt idx="287">
                  <c:v>40800</c:v>
                </c:pt>
                <c:pt idx="288">
                  <c:v>3700</c:v>
                </c:pt>
                <c:pt idx="289">
                  <c:v>45289812</c:v>
                </c:pt>
                <c:pt idx="290">
                  <c:v>807950</c:v>
                </c:pt>
                <c:pt idx="291">
                  <c:v>216700</c:v>
                </c:pt>
                <c:pt idx="292">
                  <c:v>140504869</c:v>
                </c:pt>
                <c:pt idx="293">
                  <c:v>155575</c:v>
                </c:pt>
                <c:pt idx="294">
                  <c:v>3272550</c:v>
                </c:pt>
                <c:pt idx="295">
                  <c:v>5050652</c:v>
                </c:pt>
                <c:pt idx="296">
                  <c:v>9887600</c:v>
                </c:pt>
                <c:pt idx="297">
                  <c:v>509775</c:v>
                </c:pt>
                <c:pt idx="298">
                  <c:v>272669759</c:v>
                </c:pt>
                <c:pt idx="299">
                  <c:v>123400</c:v>
                </c:pt>
                <c:pt idx="300">
                  <c:v>21250</c:v>
                </c:pt>
                <c:pt idx="301">
                  <c:v>136800</c:v>
                </c:pt>
                <c:pt idx="302">
                  <c:v>1100</c:v>
                </c:pt>
                <c:pt idx="303">
                  <c:v>52711951</c:v>
                </c:pt>
                <c:pt idx="304">
                  <c:v>10400</c:v>
                </c:pt>
                <c:pt idx="305">
                  <c:v>25175334</c:v>
                </c:pt>
                <c:pt idx="306">
                  <c:v>439000</c:v>
                </c:pt>
                <c:pt idx="307">
                  <c:v>2112324</c:v>
                </c:pt>
                <c:pt idx="308">
                  <c:v>21978525</c:v>
                </c:pt>
                <c:pt idx="309">
                  <c:v>209600</c:v>
                </c:pt>
                <c:pt idx="310">
                  <c:v>3968825</c:v>
                </c:pt>
                <c:pt idx="311">
                  <c:v>1091325</c:v>
                </c:pt>
                <c:pt idx="312">
                  <c:v>7291450</c:v>
                </c:pt>
                <c:pt idx="313">
                  <c:v>350</c:v>
                </c:pt>
                <c:pt idx="314">
                  <c:v>23072811</c:v>
                </c:pt>
                <c:pt idx="315">
                  <c:v>308000</c:v>
                </c:pt>
                <c:pt idx="316">
                  <c:v>96859526</c:v>
                </c:pt>
                <c:pt idx="317">
                  <c:v>1179200</c:v>
                </c:pt>
                <c:pt idx="318">
                  <c:v>364275</c:v>
                </c:pt>
                <c:pt idx="319">
                  <c:v>16571325</c:v>
                </c:pt>
                <c:pt idx="320">
                  <c:v>28225651</c:v>
                </c:pt>
                <c:pt idx="321">
                  <c:v>2467800</c:v>
                </c:pt>
                <c:pt idx="322">
                  <c:v>95550</c:v>
                </c:pt>
                <c:pt idx="323">
                  <c:v>458099</c:v>
                </c:pt>
                <c:pt idx="324">
                  <c:v>744175</c:v>
                </c:pt>
                <c:pt idx="325">
                  <c:v>19568708</c:v>
                </c:pt>
                <c:pt idx="326">
                  <c:v>2989850</c:v>
                </c:pt>
                <c:pt idx="327">
                  <c:v>2877800</c:v>
                </c:pt>
                <c:pt idx="328">
                  <c:v>159912520</c:v>
                </c:pt>
                <c:pt idx="329">
                  <c:v>1062950</c:v>
                </c:pt>
                <c:pt idx="330">
                  <c:v>10533247</c:v>
                </c:pt>
                <c:pt idx="331">
                  <c:v>10776310</c:v>
                </c:pt>
                <c:pt idx="332">
                  <c:v>3653150</c:v>
                </c:pt>
                <c:pt idx="333">
                  <c:v>286000</c:v>
                </c:pt>
                <c:pt idx="334">
                  <c:v>129900</c:v>
                </c:pt>
                <c:pt idx="335">
                  <c:v>8482550</c:v>
                </c:pt>
                <c:pt idx="336">
                  <c:v>35743300</c:v>
                </c:pt>
                <c:pt idx="337">
                  <c:v>147918806</c:v>
                </c:pt>
                <c:pt idx="338">
                  <c:v>48800</c:v>
                </c:pt>
                <c:pt idx="339">
                  <c:v>38725</c:v>
                </c:pt>
                <c:pt idx="340">
                  <c:v>2450</c:v>
                </c:pt>
                <c:pt idx="341">
                  <c:v>80000</c:v>
                </c:pt>
                <c:pt idx="342">
                  <c:v>7632650</c:v>
                </c:pt>
                <c:pt idx="343">
                  <c:v>245750</c:v>
                </c:pt>
                <c:pt idx="344">
                  <c:v>2895975</c:v>
                </c:pt>
                <c:pt idx="345">
                  <c:v>403550</c:v>
                </c:pt>
                <c:pt idx="346">
                  <c:v>186350</c:v>
                </c:pt>
                <c:pt idx="347">
                  <c:v>500050</c:v>
                </c:pt>
                <c:pt idx="348">
                  <c:v>24000</c:v>
                </c:pt>
                <c:pt idx="349">
                  <c:v>71750</c:v>
                </c:pt>
                <c:pt idx="350">
                  <c:v>7616401</c:v>
                </c:pt>
                <c:pt idx="351">
                  <c:v>1387500</c:v>
                </c:pt>
                <c:pt idx="352">
                  <c:v>2955000</c:v>
                </c:pt>
                <c:pt idx="353">
                  <c:v>450500</c:v>
                </c:pt>
                <c:pt idx="354">
                  <c:v>5356000</c:v>
                </c:pt>
                <c:pt idx="355">
                  <c:v>16216239</c:v>
                </c:pt>
                <c:pt idx="356">
                  <c:v>4634100</c:v>
                </c:pt>
                <c:pt idx="357">
                  <c:v>1118600</c:v>
                </c:pt>
                <c:pt idx="358">
                  <c:v>2609300</c:v>
                </c:pt>
                <c:pt idx="359">
                  <c:v>64000</c:v>
                </c:pt>
                <c:pt idx="360">
                  <c:v>31445610</c:v>
                </c:pt>
                <c:pt idx="361">
                  <c:v>793400</c:v>
                </c:pt>
                <c:pt idx="362">
                  <c:v>21623811</c:v>
                </c:pt>
                <c:pt idx="363">
                  <c:v>2976550</c:v>
                </c:pt>
                <c:pt idx="364">
                  <c:v>167650</c:v>
                </c:pt>
                <c:pt idx="365">
                  <c:v>563350</c:v>
                </c:pt>
                <c:pt idx="366">
                  <c:v>674925</c:v>
                </c:pt>
                <c:pt idx="367">
                  <c:v>326350</c:v>
                </c:pt>
                <c:pt idx="368">
                  <c:v>534725</c:v>
                </c:pt>
                <c:pt idx="369">
                  <c:v>90626043</c:v>
                </c:pt>
                <c:pt idx="370">
                  <c:v>76603747</c:v>
                </c:pt>
                <c:pt idx="371">
                  <c:v>61000</c:v>
                </c:pt>
                <c:pt idx="372">
                  <c:v>1687350</c:v>
                </c:pt>
                <c:pt idx="373">
                  <c:v>2650750</c:v>
                </c:pt>
                <c:pt idx="374">
                  <c:v>1104375</c:v>
                </c:pt>
                <c:pt idx="375">
                  <c:v>64000</c:v>
                </c:pt>
                <c:pt idx="376">
                  <c:v>1698550</c:v>
                </c:pt>
                <c:pt idx="377">
                  <c:v>992250</c:v>
                </c:pt>
                <c:pt idx="378">
                  <c:v>1765500</c:v>
                </c:pt>
                <c:pt idx="379">
                  <c:v>21686150</c:v>
                </c:pt>
                <c:pt idx="380">
                  <c:v>47200</c:v>
                </c:pt>
                <c:pt idx="381">
                  <c:v>346100</c:v>
                </c:pt>
                <c:pt idx="382">
                  <c:v>645075</c:v>
                </c:pt>
                <c:pt idx="383">
                  <c:v>109400</c:v>
                </c:pt>
                <c:pt idx="384">
                  <c:v>4344200</c:v>
                </c:pt>
                <c:pt idx="385">
                  <c:v>556400</c:v>
                </c:pt>
                <c:pt idx="386">
                  <c:v>4456750</c:v>
                </c:pt>
                <c:pt idx="387">
                  <c:v>1163450</c:v>
                </c:pt>
                <c:pt idx="388">
                  <c:v>9567290</c:v>
                </c:pt>
                <c:pt idx="389">
                  <c:v>2068000</c:v>
                </c:pt>
                <c:pt idx="390">
                  <c:v>45750</c:v>
                </c:pt>
                <c:pt idx="391">
                  <c:v>5646000</c:v>
                </c:pt>
                <c:pt idx="392">
                  <c:v>1507950</c:v>
                </c:pt>
                <c:pt idx="393">
                  <c:v>4963188</c:v>
                </c:pt>
                <c:pt idx="394">
                  <c:v>129050</c:v>
                </c:pt>
                <c:pt idx="395">
                  <c:v>5854400</c:v>
                </c:pt>
                <c:pt idx="396">
                  <c:v>34428078</c:v>
                </c:pt>
                <c:pt idx="397">
                  <c:v>2693625</c:v>
                </c:pt>
                <c:pt idx="398">
                  <c:v>1194150</c:v>
                </c:pt>
                <c:pt idx="399">
                  <c:v>112325</c:v>
                </c:pt>
                <c:pt idx="400">
                  <c:v>263250</c:v>
                </c:pt>
                <c:pt idx="401">
                  <c:v>1388000</c:v>
                </c:pt>
                <c:pt idx="402">
                  <c:v>2633400</c:v>
                </c:pt>
                <c:pt idx="403">
                  <c:v>153100</c:v>
                </c:pt>
                <c:pt idx="404">
                  <c:v>63673080</c:v>
                </c:pt>
                <c:pt idx="405">
                  <c:v>15265851</c:v>
                </c:pt>
                <c:pt idx="406">
                  <c:v>12685166</c:v>
                </c:pt>
                <c:pt idx="407">
                  <c:v>2809750</c:v>
                </c:pt>
                <c:pt idx="408">
                  <c:v>2072850</c:v>
                </c:pt>
                <c:pt idx="409">
                  <c:v>49600</c:v>
                </c:pt>
                <c:pt idx="410">
                  <c:v>71000</c:v>
                </c:pt>
                <c:pt idx="411">
                  <c:v>75550</c:v>
                </c:pt>
                <c:pt idx="412">
                  <c:v>46525</c:v>
                </c:pt>
                <c:pt idx="413">
                  <c:v>978950</c:v>
                </c:pt>
                <c:pt idx="414">
                  <c:v>1084350</c:v>
                </c:pt>
                <c:pt idx="415">
                  <c:v>37423525</c:v>
                </c:pt>
                <c:pt idx="416">
                  <c:v>3245000</c:v>
                </c:pt>
                <c:pt idx="417">
                  <c:v>467100</c:v>
                </c:pt>
                <c:pt idx="418">
                  <c:v>3806200</c:v>
                </c:pt>
                <c:pt idx="419">
                  <c:v>499050</c:v>
                </c:pt>
                <c:pt idx="420">
                  <c:v>1008900</c:v>
                </c:pt>
                <c:pt idx="421">
                  <c:v>46000</c:v>
                </c:pt>
                <c:pt idx="422">
                  <c:v>2200</c:v>
                </c:pt>
                <c:pt idx="423">
                  <c:v>36563498</c:v>
                </c:pt>
                <c:pt idx="424">
                  <c:v>885800</c:v>
                </c:pt>
                <c:pt idx="425">
                  <c:v>346750</c:v>
                </c:pt>
                <c:pt idx="426">
                  <c:v>2876700</c:v>
                </c:pt>
                <c:pt idx="427">
                  <c:v>39525</c:v>
                </c:pt>
                <c:pt idx="428">
                  <c:v>39038604</c:v>
                </c:pt>
                <c:pt idx="429">
                  <c:v>7117400</c:v>
                </c:pt>
                <c:pt idx="430">
                  <c:v>9716451</c:v>
                </c:pt>
                <c:pt idx="431">
                  <c:v>2352000</c:v>
                </c:pt>
                <c:pt idx="432">
                  <c:v>418150</c:v>
                </c:pt>
                <c:pt idx="433">
                  <c:v>268600</c:v>
                </c:pt>
                <c:pt idx="434">
                  <c:v>58750</c:v>
                </c:pt>
                <c:pt idx="435">
                  <c:v>15036509</c:v>
                </c:pt>
                <c:pt idx="436">
                  <c:v>8327278</c:v>
                </c:pt>
                <c:pt idx="437">
                  <c:v>3154200</c:v>
                </c:pt>
                <c:pt idx="438">
                  <c:v>402600</c:v>
                </c:pt>
                <c:pt idx="439">
                  <c:v>2384150</c:v>
                </c:pt>
                <c:pt idx="440">
                  <c:v>1200</c:v>
                </c:pt>
                <c:pt idx="441">
                  <c:v>15655546</c:v>
                </c:pt>
                <c:pt idx="442">
                  <c:v>15130360</c:v>
                </c:pt>
                <c:pt idx="443">
                  <c:v>300</c:v>
                </c:pt>
                <c:pt idx="444">
                  <c:v>5375</c:v>
                </c:pt>
                <c:pt idx="445">
                  <c:v>993125</c:v>
                </c:pt>
                <c:pt idx="446">
                  <c:v>17775</c:v>
                </c:pt>
                <c:pt idx="447">
                  <c:v>19941583</c:v>
                </c:pt>
                <c:pt idx="448">
                  <c:v>1918750</c:v>
                </c:pt>
                <c:pt idx="449">
                  <c:v>969800</c:v>
                </c:pt>
                <c:pt idx="450">
                  <c:v>6829400</c:v>
                </c:pt>
                <c:pt idx="451">
                  <c:v>397550</c:v>
                </c:pt>
                <c:pt idx="452">
                  <c:v>189625</c:v>
                </c:pt>
                <c:pt idx="453">
                  <c:v>3469400</c:v>
                </c:pt>
                <c:pt idx="454">
                  <c:v>16678890</c:v>
                </c:pt>
                <c:pt idx="455">
                  <c:v>97650</c:v>
                </c:pt>
                <c:pt idx="456">
                  <c:v>221050</c:v>
                </c:pt>
                <c:pt idx="457">
                  <c:v>3234610</c:v>
                </c:pt>
                <c:pt idx="458">
                  <c:v>37975</c:v>
                </c:pt>
                <c:pt idx="459">
                  <c:v>385050</c:v>
                </c:pt>
                <c:pt idx="460">
                  <c:v>20900</c:v>
                </c:pt>
                <c:pt idx="461">
                  <c:v>502450</c:v>
                </c:pt>
                <c:pt idx="462">
                  <c:v>6499000</c:v>
                </c:pt>
                <c:pt idx="463">
                  <c:v>22651276</c:v>
                </c:pt>
                <c:pt idx="464">
                  <c:v>9032924</c:v>
                </c:pt>
                <c:pt idx="465">
                  <c:v>2557100</c:v>
                </c:pt>
                <c:pt idx="466">
                  <c:v>1941097</c:v>
                </c:pt>
                <c:pt idx="467">
                  <c:v>694550</c:v>
                </c:pt>
                <c:pt idx="468">
                  <c:v>538400</c:v>
                </c:pt>
                <c:pt idx="469">
                  <c:v>4483006</c:v>
                </c:pt>
                <c:pt idx="470">
                  <c:v>240450</c:v>
                </c:pt>
                <c:pt idx="471">
                  <c:v>4597800</c:v>
                </c:pt>
                <c:pt idx="472">
                  <c:v>1377650</c:v>
                </c:pt>
                <c:pt idx="473">
                  <c:v>487050</c:v>
                </c:pt>
                <c:pt idx="474">
                  <c:v>1676800</c:v>
                </c:pt>
                <c:pt idx="475">
                  <c:v>64861647</c:v>
                </c:pt>
                <c:pt idx="476">
                  <c:v>132000</c:v>
                </c:pt>
                <c:pt idx="477">
                  <c:v>127100</c:v>
                </c:pt>
                <c:pt idx="478">
                  <c:v>456700</c:v>
                </c:pt>
                <c:pt idx="479">
                  <c:v>34200</c:v>
                </c:pt>
                <c:pt idx="480">
                  <c:v>2069400</c:v>
                </c:pt>
                <c:pt idx="481">
                  <c:v>138200</c:v>
                </c:pt>
                <c:pt idx="482">
                  <c:v>958800</c:v>
                </c:pt>
                <c:pt idx="483">
                  <c:v>9900</c:v>
                </c:pt>
                <c:pt idx="484">
                  <c:v>1927225</c:v>
                </c:pt>
                <c:pt idx="485">
                  <c:v>86230133</c:v>
                </c:pt>
                <c:pt idx="486">
                  <c:v>3441305</c:v>
                </c:pt>
                <c:pt idx="487">
                  <c:v>26490117</c:v>
                </c:pt>
                <c:pt idx="488">
                  <c:v>6368012</c:v>
                </c:pt>
                <c:pt idx="489">
                  <c:v>14236710</c:v>
                </c:pt>
                <c:pt idx="490">
                  <c:v>306250</c:v>
                </c:pt>
                <c:pt idx="491">
                  <c:v>146300</c:v>
                </c:pt>
                <c:pt idx="492">
                  <c:v>85050</c:v>
                </c:pt>
                <c:pt idx="493">
                  <c:v>12100</c:v>
                </c:pt>
                <c:pt idx="494">
                  <c:v>11700</c:v>
                </c:pt>
                <c:pt idx="495">
                  <c:v>593400</c:v>
                </c:pt>
                <c:pt idx="496">
                  <c:v>38282625</c:v>
                </c:pt>
                <c:pt idx="497">
                  <c:v>26964075</c:v>
                </c:pt>
                <c:pt idx="498">
                  <c:v>400</c:v>
                </c:pt>
                <c:pt idx="499">
                  <c:v>1293450</c:v>
                </c:pt>
                <c:pt idx="500">
                  <c:v>59200</c:v>
                </c:pt>
                <c:pt idx="501">
                  <c:v>62750</c:v>
                </c:pt>
                <c:pt idx="502">
                  <c:v>1672500</c:v>
                </c:pt>
                <c:pt idx="503">
                  <c:v>659150</c:v>
                </c:pt>
                <c:pt idx="504">
                  <c:v>19040727</c:v>
                </c:pt>
                <c:pt idx="505">
                  <c:v>4149200</c:v>
                </c:pt>
                <c:pt idx="506">
                  <c:v>26256460</c:v>
                </c:pt>
                <c:pt idx="507">
                  <c:v>29606400</c:v>
                </c:pt>
                <c:pt idx="508">
                  <c:v>143500</c:v>
                </c:pt>
                <c:pt idx="509">
                  <c:v>3100</c:v>
                </c:pt>
                <c:pt idx="510">
                  <c:v>1542250</c:v>
                </c:pt>
                <c:pt idx="511">
                  <c:v>133875</c:v>
                </c:pt>
                <c:pt idx="512">
                  <c:v>11850</c:v>
                </c:pt>
                <c:pt idx="513">
                  <c:v>1009850</c:v>
                </c:pt>
                <c:pt idx="514">
                  <c:v>281150</c:v>
                </c:pt>
                <c:pt idx="515">
                  <c:v>100400</c:v>
                </c:pt>
                <c:pt idx="516">
                  <c:v>176300</c:v>
                </c:pt>
                <c:pt idx="517">
                  <c:v>199255</c:v>
                </c:pt>
                <c:pt idx="518">
                  <c:v>1748500</c:v>
                </c:pt>
                <c:pt idx="519">
                  <c:v>700</c:v>
                </c:pt>
                <c:pt idx="520">
                  <c:v>252950</c:v>
                </c:pt>
                <c:pt idx="521">
                  <c:v>56600</c:v>
                </c:pt>
                <c:pt idx="522">
                  <c:v>38029473</c:v>
                </c:pt>
                <c:pt idx="523">
                  <c:v>1119850</c:v>
                </c:pt>
                <c:pt idx="524">
                  <c:v>68233359</c:v>
                </c:pt>
                <c:pt idx="525">
                  <c:v>79450</c:v>
                </c:pt>
                <c:pt idx="526">
                  <c:v>2737250</c:v>
                </c:pt>
                <c:pt idx="527">
                  <c:v>1900</c:v>
                </c:pt>
                <c:pt idx="528">
                  <c:v>13206353</c:v>
                </c:pt>
                <c:pt idx="529">
                  <c:v>298350</c:v>
                </c:pt>
                <c:pt idx="530">
                  <c:v>365900</c:v>
                </c:pt>
                <c:pt idx="531">
                  <c:v>2880550</c:v>
                </c:pt>
                <c:pt idx="532">
                  <c:v>5372200</c:v>
                </c:pt>
                <c:pt idx="533">
                  <c:v>900</c:v>
                </c:pt>
                <c:pt idx="534">
                  <c:v>622400</c:v>
                </c:pt>
                <c:pt idx="535">
                  <c:v>1214350</c:v>
                </c:pt>
                <c:pt idx="536">
                  <c:v>62900</c:v>
                </c:pt>
                <c:pt idx="537">
                  <c:v>462750</c:v>
                </c:pt>
                <c:pt idx="538">
                  <c:v>42556649</c:v>
                </c:pt>
                <c:pt idx="539">
                  <c:v>58806121</c:v>
                </c:pt>
                <c:pt idx="540">
                  <c:v>1650</c:v>
                </c:pt>
                <c:pt idx="541">
                  <c:v>22602705</c:v>
                </c:pt>
                <c:pt idx="542">
                  <c:v>7260850</c:v>
                </c:pt>
                <c:pt idx="543">
                  <c:v>7410000</c:v>
                </c:pt>
                <c:pt idx="544">
                  <c:v>2194350</c:v>
                </c:pt>
                <c:pt idx="545">
                  <c:v>1303425</c:v>
                </c:pt>
                <c:pt idx="546">
                  <c:v>14935750</c:v>
                </c:pt>
                <c:pt idx="547">
                  <c:v>186650</c:v>
                </c:pt>
                <c:pt idx="548">
                  <c:v>150</c:v>
                </c:pt>
                <c:pt idx="549">
                  <c:v>31884081</c:v>
                </c:pt>
                <c:pt idx="550">
                  <c:v>36925</c:v>
                </c:pt>
                <c:pt idx="551">
                  <c:v>5950</c:v>
                </c:pt>
                <c:pt idx="552">
                  <c:v>30256065</c:v>
                </c:pt>
                <c:pt idx="553">
                  <c:v>19983475</c:v>
                </c:pt>
                <c:pt idx="554">
                  <c:v>64900</c:v>
                </c:pt>
                <c:pt idx="555">
                  <c:v>13200</c:v>
                </c:pt>
                <c:pt idx="556">
                  <c:v>38614625</c:v>
                </c:pt>
                <c:pt idx="557">
                  <c:v>27250</c:v>
                </c:pt>
                <c:pt idx="558">
                  <c:v>29800</c:v>
                </c:pt>
                <c:pt idx="559">
                  <c:v>925</c:v>
                </c:pt>
                <c:pt idx="560">
                  <c:v>18623106</c:v>
                </c:pt>
                <c:pt idx="561">
                  <c:v>1501750</c:v>
                </c:pt>
                <c:pt idx="562">
                  <c:v>756950</c:v>
                </c:pt>
                <c:pt idx="563">
                  <c:v>1747850</c:v>
                </c:pt>
                <c:pt idx="564">
                  <c:v>46300</c:v>
                </c:pt>
                <c:pt idx="565">
                  <c:v>1347600</c:v>
                </c:pt>
                <c:pt idx="566">
                  <c:v>118175</c:v>
                </c:pt>
                <c:pt idx="567">
                  <c:v>76950</c:v>
                </c:pt>
                <c:pt idx="568">
                  <c:v>239200</c:v>
                </c:pt>
                <c:pt idx="569">
                  <c:v>600</c:v>
                </c:pt>
                <c:pt idx="570">
                  <c:v>2781325</c:v>
                </c:pt>
                <c:pt idx="571">
                  <c:v>2400</c:v>
                </c:pt>
                <c:pt idx="572">
                  <c:v>30400</c:v>
                </c:pt>
                <c:pt idx="573">
                  <c:v>137900</c:v>
                </c:pt>
                <c:pt idx="574">
                  <c:v>14665300</c:v>
                </c:pt>
                <c:pt idx="575">
                  <c:v>15846283</c:v>
                </c:pt>
                <c:pt idx="576">
                  <c:v>1536250</c:v>
                </c:pt>
                <c:pt idx="577">
                  <c:v>1067800</c:v>
                </c:pt>
                <c:pt idx="578">
                  <c:v>12646500</c:v>
                </c:pt>
                <c:pt idx="579">
                  <c:v>1038850</c:v>
                </c:pt>
                <c:pt idx="580">
                  <c:v>2163350</c:v>
                </c:pt>
                <c:pt idx="581">
                  <c:v>7919353</c:v>
                </c:pt>
                <c:pt idx="582">
                  <c:v>8560606</c:v>
                </c:pt>
                <c:pt idx="583">
                  <c:v>168450</c:v>
                </c:pt>
                <c:pt idx="584">
                  <c:v>291000</c:v>
                </c:pt>
                <c:pt idx="585">
                  <c:v>9497035</c:v>
                </c:pt>
                <c:pt idx="586">
                  <c:v>6342051</c:v>
                </c:pt>
                <c:pt idx="587">
                  <c:v>2459150</c:v>
                </c:pt>
                <c:pt idx="588">
                  <c:v>5387000</c:v>
                </c:pt>
                <c:pt idx="589">
                  <c:v>429750</c:v>
                </c:pt>
                <c:pt idx="590">
                  <c:v>174650</c:v>
                </c:pt>
                <c:pt idx="591">
                  <c:v>337300</c:v>
                </c:pt>
                <c:pt idx="592">
                  <c:v>43550</c:v>
                </c:pt>
                <c:pt idx="593">
                  <c:v>9300</c:v>
                </c:pt>
                <c:pt idx="594">
                  <c:v>21517850</c:v>
                </c:pt>
                <c:pt idx="595">
                  <c:v>7871825</c:v>
                </c:pt>
                <c:pt idx="596">
                  <c:v>3810650</c:v>
                </c:pt>
                <c:pt idx="597">
                  <c:v>1200</c:v>
                </c:pt>
                <c:pt idx="598">
                  <c:v>30600</c:v>
                </c:pt>
                <c:pt idx="599">
                  <c:v>1176250</c:v>
                </c:pt>
                <c:pt idx="600">
                  <c:v>15562305</c:v>
                </c:pt>
                <c:pt idx="601">
                  <c:v>5419600</c:v>
                </c:pt>
                <c:pt idx="602">
                  <c:v>26972250</c:v>
                </c:pt>
                <c:pt idx="603">
                  <c:v>14832165</c:v>
                </c:pt>
                <c:pt idx="604">
                  <c:v>79950</c:v>
                </c:pt>
                <c:pt idx="605">
                  <c:v>197500</c:v>
                </c:pt>
                <c:pt idx="606">
                  <c:v>46518636</c:v>
                </c:pt>
                <c:pt idx="607">
                  <c:v>275850</c:v>
                </c:pt>
                <c:pt idx="608">
                  <c:v>321800</c:v>
                </c:pt>
                <c:pt idx="609">
                  <c:v>3511750</c:v>
                </c:pt>
                <c:pt idx="610">
                  <c:v>7985300</c:v>
                </c:pt>
                <c:pt idx="611">
                  <c:v>6761103</c:v>
                </c:pt>
                <c:pt idx="612">
                  <c:v>300</c:v>
                </c:pt>
                <c:pt idx="613">
                  <c:v>136000</c:v>
                </c:pt>
                <c:pt idx="614">
                  <c:v>797350</c:v>
                </c:pt>
                <c:pt idx="615">
                  <c:v>72550</c:v>
                </c:pt>
                <c:pt idx="616">
                  <c:v>128450</c:v>
                </c:pt>
                <c:pt idx="617">
                  <c:v>3446750</c:v>
                </c:pt>
                <c:pt idx="618">
                  <c:v>12412772</c:v>
                </c:pt>
                <c:pt idx="619">
                  <c:v>5950</c:v>
                </c:pt>
                <c:pt idx="620">
                  <c:v>772025</c:v>
                </c:pt>
                <c:pt idx="621">
                  <c:v>520950</c:v>
                </c:pt>
                <c:pt idx="622">
                  <c:v>6350</c:v>
                </c:pt>
                <c:pt idx="623">
                  <c:v>124076</c:v>
                </c:pt>
                <c:pt idx="624">
                  <c:v>6100</c:v>
                </c:pt>
                <c:pt idx="625">
                  <c:v>77197835</c:v>
                </c:pt>
                <c:pt idx="626">
                  <c:v>2031400</c:v>
                </c:pt>
                <c:pt idx="627">
                  <c:v>586225</c:v>
                </c:pt>
                <c:pt idx="628">
                  <c:v>2564900</c:v>
                </c:pt>
                <c:pt idx="629">
                  <c:v>94400</c:v>
                </c:pt>
                <c:pt idx="630">
                  <c:v>12000</c:v>
                </c:pt>
                <c:pt idx="631">
                  <c:v>78200</c:v>
                </c:pt>
                <c:pt idx="632">
                  <c:v>866250</c:v>
                </c:pt>
                <c:pt idx="633">
                  <c:v>109250</c:v>
                </c:pt>
                <c:pt idx="634">
                  <c:v>817800</c:v>
                </c:pt>
                <c:pt idx="635">
                  <c:v>678400</c:v>
                </c:pt>
                <c:pt idx="636">
                  <c:v>1400700</c:v>
                </c:pt>
                <c:pt idx="637">
                  <c:v>3795800</c:v>
                </c:pt>
                <c:pt idx="638">
                  <c:v>63645475</c:v>
                </c:pt>
                <c:pt idx="639">
                  <c:v>2010800</c:v>
                </c:pt>
                <c:pt idx="640">
                  <c:v>5403300</c:v>
                </c:pt>
                <c:pt idx="641">
                  <c:v>160500</c:v>
                </c:pt>
                <c:pt idx="642">
                  <c:v>152100</c:v>
                </c:pt>
                <c:pt idx="643">
                  <c:v>25050</c:v>
                </c:pt>
                <c:pt idx="644">
                  <c:v>567200</c:v>
                </c:pt>
                <c:pt idx="645">
                  <c:v>1800</c:v>
                </c:pt>
                <c:pt idx="646">
                  <c:v>589150</c:v>
                </c:pt>
                <c:pt idx="647">
                  <c:v>4523050</c:v>
                </c:pt>
                <c:pt idx="648">
                  <c:v>1520100</c:v>
                </c:pt>
                <c:pt idx="649">
                  <c:v>4794250</c:v>
                </c:pt>
                <c:pt idx="650">
                  <c:v>51200</c:v>
                </c:pt>
                <c:pt idx="651">
                  <c:v>618600</c:v>
                </c:pt>
                <c:pt idx="652">
                  <c:v>15872875</c:v>
                </c:pt>
                <c:pt idx="653">
                  <c:v>539750</c:v>
                </c:pt>
                <c:pt idx="654">
                  <c:v>56325</c:v>
                </c:pt>
                <c:pt idx="655">
                  <c:v>845050</c:v>
                </c:pt>
                <c:pt idx="656">
                  <c:v>1666600</c:v>
                </c:pt>
                <c:pt idx="657">
                  <c:v>4750</c:v>
                </c:pt>
                <c:pt idx="658">
                  <c:v>386000</c:v>
                </c:pt>
                <c:pt idx="659">
                  <c:v>13000</c:v>
                </c:pt>
                <c:pt idx="660">
                  <c:v>4100</c:v>
                </c:pt>
                <c:pt idx="661">
                  <c:v>38800</c:v>
                </c:pt>
                <c:pt idx="662">
                  <c:v>16094367</c:v>
                </c:pt>
                <c:pt idx="663">
                  <c:v>6029850</c:v>
                </c:pt>
                <c:pt idx="664">
                  <c:v>239300</c:v>
                </c:pt>
                <c:pt idx="665">
                  <c:v>12999400</c:v>
                </c:pt>
                <c:pt idx="666">
                  <c:v>16600</c:v>
                </c:pt>
                <c:pt idx="667">
                  <c:v>35250</c:v>
                </c:pt>
                <c:pt idx="668">
                  <c:v>966300</c:v>
                </c:pt>
                <c:pt idx="669">
                  <c:v>42205277</c:v>
                </c:pt>
                <c:pt idx="670">
                  <c:v>4208365</c:v>
                </c:pt>
                <c:pt idx="671">
                  <c:v>7110283</c:v>
                </c:pt>
                <c:pt idx="672">
                  <c:v>47714626</c:v>
                </c:pt>
                <c:pt idx="673">
                  <c:v>8900</c:v>
                </c:pt>
                <c:pt idx="674">
                  <c:v>9190700</c:v>
                </c:pt>
                <c:pt idx="675">
                  <c:v>212550</c:v>
                </c:pt>
                <c:pt idx="676">
                  <c:v>4494900</c:v>
                </c:pt>
                <c:pt idx="677">
                  <c:v>1000</c:v>
                </c:pt>
                <c:pt idx="678">
                  <c:v>38912855</c:v>
                </c:pt>
                <c:pt idx="679">
                  <c:v>11600</c:v>
                </c:pt>
                <c:pt idx="680">
                  <c:v>45662275</c:v>
                </c:pt>
                <c:pt idx="681">
                  <c:v>505250</c:v>
                </c:pt>
                <c:pt idx="682">
                  <c:v>34200</c:v>
                </c:pt>
                <c:pt idx="683">
                  <c:v>51200</c:v>
                </c:pt>
                <c:pt idx="684">
                  <c:v>24000</c:v>
                </c:pt>
                <c:pt idx="685">
                  <c:v>11604450</c:v>
                </c:pt>
                <c:pt idx="686">
                  <c:v>373350</c:v>
                </c:pt>
                <c:pt idx="687">
                  <c:v>165450</c:v>
                </c:pt>
                <c:pt idx="688">
                  <c:v>1651950</c:v>
                </c:pt>
                <c:pt idx="689">
                  <c:v>44375</c:v>
                </c:pt>
                <c:pt idx="690">
                  <c:v>107318746</c:v>
                </c:pt>
                <c:pt idx="691">
                  <c:v>1579950</c:v>
                </c:pt>
                <c:pt idx="692">
                  <c:v>55200</c:v>
                </c:pt>
                <c:pt idx="693">
                  <c:v>322750</c:v>
                </c:pt>
                <c:pt idx="694">
                  <c:v>155500</c:v>
                </c:pt>
                <c:pt idx="695">
                  <c:v>29995255</c:v>
                </c:pt>
                <c:pt idx="696">
                  <c:v>921600</c:v>
                </c:pt>
                <c:pt idx="697">
                  <c:v>540750</c:v>
                </c:pt>
                <c:pt idx="698">
                  <c:v>45500</c:v>
                </c:pt>
                <c:pt idx="699">
                  <c:v>4795650</c:v>
                </c:pt>
                <c:pt idx="700">
                  <c:v>422750</c:v>
                </c:pt>
                <c:pt idx="701">
                  <c:v>18500</c:v>
                </c:pt>
                <c:pt idx="702">
                  <c:v>13551150</c:v>
                </c:pt>
                <c:pt idx="703">
                  <c:v>6156950</c:v>
                </c:pt>
                <c:pt idx="704">
                  <c:v>348050</c:v>
                </c:pt>
                <c:pt idx="705">
                  <c:v>156500</c:v>
                </c:pt>
                <c:pt idx="706">
                  <c:v>656250</c:v>
                </c:pt>
                <c:pt idx="707">
                  <c:v>75017878</c:v>
                </c:pt>
                <c:pt idx="708">
                  <c:v>8502070</c:v>
                </c:pt>
                <c:pt idx="709">
                  <c:v>16315516</c:v>
                </c:pt>
                <c:pt idx="710">
                  <c:v>184475</c:v>
                </c:pt>
                <c:pt idx="711">
                  <c:v>49904223</c:v>
                </c:pt>
                <c:pt idx="712">
                  <c:v>31132160</c:v>
                </c:pt>
                <c:pt idx="713">
                  <c:v>2584026</c:v>
                </c:pt>
                <c:pt idx="714">
                  <c:v>23000</c:v>
                </c:pt>
                <c:pt idx="715">
                  <c:v>1182925</c:v>
                </c:pt>
                <c:pt idx="716">
                  <c:v>300</c:v>
                </c:pt>
                <c:pt idx="717">
                  <c:v>15615303</c:v>
                </c:pt>
                <c:pt idx="718">
                  <c:v>1961701</c:v>
                </c:pt>
                <c:pt idx="719">
                  <c:v>1003400</c:v>
                </c:pt>
                <c:pt idx="720">
                  <c:v>50550</c:v>
                </c:pt>
                <c:pt idx="721">
                  <c:v>336800</c:v>
                </c:pt>
                <c:pt idx="722">
                  <c:v>142475</c:v>
                </c:pt>
                <c:pt idx="723">
                  <c:v>25437145</c:v>
                </c:pt>
                <c:pt idx="724">
                  <c:v>459550</c:v>
                </c:pt>
                <c:pt idx="725">
                  <c:v>263000</c:v>
                </c:pt>
                <c:pt idx="726">
                  <c:v>489450</c:v>
                </c:pt>
                <c:pt idx="727">
                  <c:v>422900</c:v>
                </c:pt>
                <c:pt idx="728">
                  <c:v>2285600</c:v>
                </c:pt>
                <c:pt idx="729">
                  <c:v>87550</c:v>
                </c:pt>
                <c:pt idx="730">
                  <c:v>697850</c:v>
                </c:pt>
                <c:pt idx="731">
                  <c:v>600</c:v>
                </c:pt>
                <c:pt idx="732">
                  <c:v>47466868</c:v>
                </c:pt>
                <c:pt idx="733">
                  <c:v>105875</c:v>
                </c:pt>
                <c:pt idx="734">
                  <c:v>1800</c:v>
                </c:pt>
                <c:pt idx="735">
                  <c:v>1432425</c:v>
                </c:pt>
                <c:pt idx="736">
                  <c:v>8550</c:v>
                </c:pt>
                <c:pt idx="737">
                  <c:v>23870126</c:v>
                </c:pt>
                <c:pt idx="738">
                  <c:v>56659867</c:v>
                </c:pt>
                <c:pt idx="739">
                  <c:v>468450</c:v>
                </c:pt>
                <c:pt idx="740">
                  <c:v>12525</c:v>
                </c:pt>
                <c:pt idx="741">
                  <c:v>51123885</c:v>
                </c:pt>
                <c:pt idx="742">
                  <c:v>411650</c:v>
                </c:pt>
                <c:pt idx="743">
                  <c:v>6532650</c:v>
                </c:pt>
                <c:pt idx="744">
                  <c:v>1000</c:v>
                </c:pt>
                <c:pt idx="745">
                  <c:v>11100</c:v>
                </c:pt>
                <c:pt idx="746">
                  <c:v>19823900</c:v>
                </c:pt>
                <c:pt idx="747">
                  <c:v>179750</c:v>
                </c:pt>
                <c:pt idx="748">
                  <c:v>1166725</c:v>
                </c:pt>
                <c:pt idx="749">
                  <c:v>583805</c:v>
                </c:pt>
                <c:pt idx="750">
                  <c:v>7624702</c:v>
                </c:pt>
                <c:pt idx="751">
                  <c:v>10614865</c:v>
                </c:pt>
                <c:pt idx="752">
                  <c:v>25386575</c:v>
                </c:pt>
                <c:pt idx="753">
                  <c:v>26200</c:v>
                </c:pt>
                <c:pt idx="754">
                  <c:v>1264450</c:v>
                </c:pt>
                <c:pt idx="755">
                  <c:v>4648350</c:v>
                </c:pt>
                <c:pt idx="756">
                  <c:v>453950</c:v>
                </c:pt>
                <c:pt idx="757">
                  <c:v>166900</c:v>
                </c:pt>
                <c:pt idx="758">
                  <c:v>87119952</c:v>
                </c:pt>
                <c:pt idx="759">
                  <c:v>1557075</c:v>
                </c:pt>
                <c:pt idx="760">
                  <c:v>1250</c:v>
                </c:pt>
                <c:pt idx="761">
                  <c:v>122475</c:v>
                </c:pt>
                <c:pt idx="762">
                  <c:v>4946100</c:v>
                </c:pt>
                <c:pt idx="763">
                  <c:v>647850</c:v>
                </c:pt>
                <c:pt idx="764">
                  <c:v>7846000</c:v>
                </c:pt>
                <c:pt idx="765">
                  <c:v>452650</c:v>
                </c:pt>
                <c:pt idx="766">
                  <c:v>485600</c:v>
                </c:pt>
                <c:pt idx="767">
                  <c:v>33167417</c:v>
                </c:pt>
                <c:pt idx="768">
                  <c:v>1116850</c:v>
                </c:pt>
                <c:pt idx="769">
                  <c:v>1034550</c:v>
                </c:pt>
                <c:pt idx="770">
                  <c:v>20400</c:v>
                </c:pt>
                <c:pt idx="771">
                  <c:v>31850</c:v>
                </c:pt>
                <c:pt idx="772">
                  <c:v>38150</c:v>
                </c:pt>
                <c:pt idx="773">
                  <c:v>15951350</c:v>
                </c:pt>
                <c:pt idx="774">
                  <c:v>672900</c:v>
                </c:pt>
                <c:pt idx="775">
                  <c:v>1150450</c:v>
                </c:pt>
                <c:pt idx="776">
                  <c:v>134400</c:v>
                </c:pt>
                <c:pt idx="777">
                  <c:v>211750</c:v>
                </c:pt>
                <c:pt idx="778">
                  <c:v>10474850</c:v>
                </c:pt>
                <c:pt idx="779">
                  <c:v>28063316</c:v>
                </c:pt>
                <c:pt idx="780">
                  <c:v>4775</c:v>
                </c:pt>
                <c:pt idx="781">
                  <c:v>825</c:v>
                </c:pt>
                <c:pt idx="782">
                  <c:v>1035525</c:v>
                </c:pt>
                <c:pt idx="783">
                  <c:v>900</c:v>
                </c:pt>
                <c:pt idx="784">
                  <c:v>36050</c:v>
                </c:pt>
                <c:pt idx="785">
                  <c:v>322050</c:v>
                </c:pt>
                <c:pt idx="786">
                  <c:v>2209100</c:v>
                </c:pt>
                <c:pt idx="787">
                  <c:v>326950</c:v>
                </c:pt>
                <c:pt idx="788">
                  <c:v>865800</c:v>
                </c:pt>
                <c:pt idx="789">
                  <c:v>8108900</c:v>
                </c:pt>
                <c:pt idx="790">
                  <c:v>199295</c:v>
                </c:pt>
                <c:pt idx="791">
                  <c:v>9725503</c:v>
                </c:pt>
                <c:pt idx="792">
                  <c:v>1788075</c:v>
                </c:pt>
                <c:pt idx="793">
                  <c:v>5011451</c:v>
                </c:pt>
                <c:pt idx="794">
                  <c:v>36975</c:v>
                </c:pt>
                <c:pt idx="795">
                  <c:v>23359481</c:v>
                </c:pt>
                <c:pt idx="796">
                  <c:v>6799801</c:v>
                </c:pt>
                <c:pt idx="797">
                  <c:v>1038250</c:v>
                </c:pt>
                <c:pt idx="798">
                  <c:v>18650</c:v>
                </c:pt>
                <c:pt idx="799">
                  <c:v>427600</c:v>
                </c:pt>
                <c:pt idx="800">
                  <c:v>8375</c:v>
                </c:pt>
                <c:pt idx="801">
                  <c:v>6536950</c:v>
                </c:pt>
                <c:pt idx="802">
                  <c:v>26675</c:v>
                </c:pt>
                <c:pt idx="803">
                  <c:v>2906725</c:v>
                </c:pt>
                <c:pt idx="804">
                  <c:v>82900</c:v>
                </c:pt>
                <c:pt idx="805">
                  <c:v>4000</c:v>
                </c:pt>
                <c:pt idx="806">
                  <c:v>226150</c:v>
                </c:pt>
                <c:pt idx="807">
                  <c:v>1125</c:v>
                </c:pt>
                <c:pt idx="808">
                  <c:v>81749608</c:v>
                </c:pt>
                <c:pt idx="809">
                  <c:v>986700</c:v>
                </c:pt>
                <c:pt idx="810">
                  <c:v>9520225</c:v>
                </c:pt>
                <c:pt idx="811">
                  <c:v>21775375</c:v>
                </c:pt>
                <c:pt idx="812">
                  <c:v>258100</c:v>
                </c:pt>
                <c:pt idx="813">
                  <c:v>55931400</c:v>
                </c:pt>
                <c:pt idx="814">
                  <c:v>1694750</c:v>
                </c:pt>
                <c:pt idx="815">
                  <c:v>10246500</c:v>
                </c:pt>
                <c:pt idx="816">
                  <c:v>1515400</c:v>
                </c:pt>
                <c:pt idx="817">
                  <c:v>83550</c:v>
                </c:pt>
                <c:pt idx="818">
                  <c:v>3876950</c:v>
                </c:pt>
                <c:pt idx="819">
                  <c:v>51950</c:v>
                </c:pt>
                <c:pt idx="820">
                  <c:v>9843000</c:v>
                </c:pt>
                <c:pt idx="821">
                  <c:v>2385250</c:v>
                </c:pt>
                <c:pt idx="822">
                  <c:v>6778925</c:v>
                </c:pt>
                <c:pt idx="823">
                  <c:v>1592100</c:v>
                </c:pt>
                <c:pt idx="824">
                  <c:v>9307450</c:v>
                </c:pt>
                <c:pt idx="825">
                  <c:v>13450</c:v>
                </c:pt>
                <c:pt idx="826">
                  <c:v>146825</c:v>
                </c:pt>
                <c:pt idx="827">
                  <c:v>8606001</c:v>
                </c:pt>
                <c:pt idx="828">
                  <c:v>972450</c:v>
                </c:pt>
                <c:pt idx="829">
                  <c:v>3894750</c:v>
                </c:pt>
                <c:pt idx="830">
                  <c:v>1225350</c:v>
                </c:pt>
                <c:pt idx="831">
                  <c:v>678670</c:v>
                </c:pt>
                <c:pt idx="832">
                  <c:v>162275</c:v>
                </c:pt>
                <c:pt idx="833">
                  <c:v>490800</c:v>
                </c:pt>
                <c:pt idx="834">
                  <c:v>11007879</c:v>
                </c:pt>
                <c:pt idx="835">
                  <c:v>6050</c:v>
                </c:pt>
                <c:pt idx="836">
                  <c:v>4688201</c:v>
                </c:pt>
                <c:pt idx="837">
                  <c:v>509525</c:v>
                </c:pt>
                <c:pt idx="838">
                  <c:v>4217430</c:v>
                </c:pt>
                <c:pt idx="839">
                  <c:v>9209685</c:v>
                </c:pt>
                <c:pt idx="840">
                  <c:v>23239726</c:v>
                </c:pt>
                <c:pt idx="841">
                  <c:v>19800</c:v>
                </c:pt>
                <c:pt idx="842">
                  <c:v>585550</c:v>
                </c:pt>
                <c:pt idx="843">
                  <c:v>21518857</c:v>
                </c:pt>
                <c:pt idx="844">
                  <c:v>290400</c:v>
                </c:pt>
                <c:pt idx="845">
                  <c:v>6265200</c:v>
                </c:pt>
                <c:pt idx="846">
                  <c:v>101500</c:v>
                </c:pt>
                <c:pt idx="847">
                  <c:v>1029250</c:v>
                </c:pt>
                <c:pt idx="848">
                  <c:v>437900</c:v>
                </c:pt>
                <c:pt idx="849">
                  <c:v>1229075</c:v>
                </c:pt>
                <c:pt idx="850">
                  <c:v>228675</c:v>
                </c:pt>
                <c:pt idx="851">
                  <c:v>98804333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00-4262-8BCC-6EE0C0717C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11597407"/>
        <c:axId val="1911584447"/>
      </c:barChart>
      <c:catAx>
        <c:axId val="1911597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1584447"/>
        <c:crosses val="autoZero"/>
        <c:auto val="1"/>
        <c:lblAlgn val="ctr"/>
        <c:lblOffset val="100"/>
        <c:noMultiLvlLbl val="0"/>
      </c:catAx>
      <c:valAx>
        <c:axId val="1911584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15974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[2025-11-15%2011_45pm%20(1)%20(version%201)((Autorecovered-312174403083595028)).xlsb]Mileage!PivotTable1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baseline="0"/>
              <a:t> Price vs Mileage</a:t>
            </a:r>
            <a:endParaRPr lang="en-ZA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Mileage!$B$3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Mileage!$A$4:$A$63</c:f>
              <c:strCache>
                <c:ptCount val="59"/>
                <c:pt idx="0">
                  <c:v>1-10000</c:v>
                </c:pt>
                <c:pt idx="1">
                  <c:v>10001-20000</c:v>
                </c:pt>
                <c:pt idx="2">
                  <c:v>20001-30000</c:v>
                </c:pt>
                <c:pt idx="3">
                  <c:v>30001-40000</c:v>
                </c:pt>
                <c:pt idx="4">
                  <c:v>40001-50000</c:v>
                </c:pt>
                <c:pt idx="5">
                  <c:v>50001-60000</c:v>
                </c:pt>
                <c:pt idx="6">
                  <c:v>60001-70000</c:v>
                </c:pt>
                <c:pt idx="7">
                  <c:v>70001-80000</c:v>
                </c:pt>
                <c:pt idx="8">
                  <c:v>80001-90000</c:v>
                </c:pt>
                <c:pt idx="9">
                  <c:v>90001-100000</c:v>
                </c:pt>
                <c:pt idx="10">
                  <c:v>100001-110000</c:v>
                </c:pt>
                <c:pt idx="11">
                  <c:v>110001-120000</c:v>
                </c:pt>
                <c:pt idx="12">
                  <c:v>120001-130000</c:v>
                </c:pt>
                <c:pt idx="13">
                  <c:v>130001-140000</c:v>
                </c:pt>
                <c:pt idx="14">
                  <c:v>140001-150000</c:v>
                </c:pt>
                <c:pt idx="15">
                  <c:v>150001-160000</c:v>
                </c:pt>
                <c:pt idx="16">
                  <c:v>160001-170000</c:v>
                </c:pt>
                <c:pt idx="17">
                  <c:v>170001-180000</c:v>
                </c:pt>
                <c:pt idx="18">
                  <c:v>180001-190000</c:v>
                </c:pt>
                <c:pt idx="19">
                  <c:v>190001-200000</c:v>
                </c:pt>
                <c:pt idx="20">
                  <c:v>200001-210000</c:v>
                </c:pt>
                <c:pt idx="21">
                  <c:v>210001-220000</c:v>
                </c:pt>
                <c:pt idx="22">
                  <c:v>220001-230000</c:v>
                </c:pt>
                <c:pt idx="23">
                  <c:v>230001-240000</c:v>
                </c:pt>
                <c:pt idx="24">
                  <c:v>240001-250000</c:v>
                </c:pt>
                <c:pt idx="25">
                  <c:v>250001-260000</c:v>
                </c:pt>
                <c:pt idx="26">
                  <c:v>260001-270000</c:v>
                </c:pt>
                <c:pt idx="27">
                  <c:v>270001-280000</c:v>
                </c:pt>
                <c:pt idx="28">
                  <c:v>280001-290000</c:v>
                </c:pt>
                <c:pt idx="29">
                  <c:v>290001-300000</c:v>
                </c:pt>
                <c:pt idx="30">
                  <c:v>300001-310000</c:v>
                </c:pt>
                <c:pt idx="31">
                  <c:v>310001-320000</c:v>
                </c:pt>
                <c:pt idx="32">
                  <c:v>320001-330000</c:v>
                </c:pt>
                <c:pt idx="33">
                  <c:v>330001-340000</c:v>
                </c:pt>
                <c:pt idx="34">
                  <c:v>340001-350000</c:v>
                </c:pt>
                <c:pt idx="35">
                  <c:v>350001-360000</c:v>
                </c:pt>
                <c:pt idx="36">
                  <c:v>360001-370000</c:v>
                </c:pt>
                <c:pt idx="37">
                  <c:v>370001-380000</c:v>
                </c:pt>
                <c:pt idx="38">
                  <c:v>380001-390000</c:v>
                </c:pt>
                <c:pt idx="39">
                  <c:v>390001-400000</c:v>
                </c:pt>
                <c:pt idx="40">
                  <c:v>400001-410000</c:v>
                </c:pt>
                <c:pt idx="41">
                  <c:v>410001-420000</c:v>
                </c:pt>
                <c:pt idx="42">
                  <c:v>420001-430000</c:v>
                </c:pt>
                <c:pt idx="43">
                  <c:v>430001-440000</c:v>
                </c:pt>
                <c:pt idx="44">
                  <c:v>440001-450000</c:v>
                </c:pt>
                <c:pt idx="45">
                  <c:v>450001-460000</c:v>
                </c:pt>
                <c:pt idx="46">
                  <c:v>460001-470000</c:v>
                </c:pt>
                <c:pt idx="47">
                  <c:v>470001-480000</c:v>
                </c:pt>
                <c:pt idx="48">
                  <c:v>480001-490000</c:v>
                </c:pt>
                <c:pt idx="49">
                  <c:v>490001-500000</c:v>
                </c:pt>
                <c:pt idx="50">
                  <c:v>500001-510000</c:v>
                </c:pt>
                <c:pt idx="51">
                  <c:v>520001-530000</c:v>
                </c:pt>
                <c:pt idx="52">
                  <c:v>530001-540000</c:v>
                </c:pt>
                <c:pt idx="53">
                  <c:v>580001-590000</c:v>
                </c:pt>
                <c:pt idx="54">
                  <c:v>620001-630000</c:v>
                </c:pt>
                <c:pt idx="55">
                  <c:v>690001-700000</c:v>
                </c:pt>
                <c:pt idx="56">
                  <c:v>950001-960000</c:v>
                </c:pt>
                <c:pt idx="57">
                  <c:v>980001-990000</c:v>
                </c:pt>
                <c:pt idx="58">
                  <c:v>990001-1000000</c:v>
                </c:pt>
              </c:strCache>
            </c:strRef>
          </c:cat>
          <c:val>
            <c:numRef>
              <c:f>Mileage!$B$4:$B$63</c:f>
              <c:numCache>
                <c:formatCode>General</c:formatCode>
                <c:ptCount val="59"/>
                <c:pt idx="0">
                  <c:v>22859.43181553511</c:v>
                </c:pt>
                <c:pt idx="1">
                  <c:v>20822.092282941689</c:v>
                </c:pt>
                <c:pt idx="2">
                  <c:v>19235.962088998025</c:v>
                </c:pt>
                <c:pt idx="3">
                  <c:v>17530.43544082134</c:v>
                </c:pt>
                <c:pt idx="4">
                  <c:v>16495.3932577294</c:v>
                </c:pt>
                <c:pt idx="5">
                  <c:v>14249.983813168865</c:v>
                </c:pt>
                <c:pt idx="6">
                  <c:v>12960.408489317451</c:v>
                </c:pt>
                <c:pt idx="7">
                  <c:v>11392.309609357082</c:v>
                </c:pt>
                <c:pt idx="8">
                  <c:v>9939.1659972704238</c:v>
                </c:pt>
                <c:pt idx="9">
                  <c:v>8752.755024280912</c:v>
                </c:pt>
                <c:pt idx="10">
                  <c:v>7380.5945876066535</c:v>
                </c:pt>
                <c:pt idx="11">
                  <c:v>6497.68238948626</c:v>
                </c:pt>
                <c:pt idx="12">
                  <c:v>5645.4642719621543</c:v>
                </c:pt>
                <c:pt idx="13">
                  <c:v>4911.5327468230698</c:v>
                </c:pt>
                <c:pt idx="14">
                  <c:v>4401.7000156690692</c:v>
                </c:pt>
                <c:pt idx="15">
                  <c:v>3957.9462762933485</c:v>
                </c:pt>
                <c:pt idx="16">
                  <c:v>3588.7185657562268</c:v>
                </c:pt>
                <c:pt idx="17">
                  <c:v>3337.6960591876791</c:v>
                </c:pt>
                <c:pt idx="18">
                  <c:v>3135.3017912772584</c:v>
                </c:pt>
                <c:pt idx="19">
                  <c:v>2902.934518013632</c:v>
                </c:pt>
                <c:pt idx="20">
                  <c:v>2671.2226931855234</c:v>
                </c:pt>
                <c:pt idx="21">
                  <c:v>2666.8289473684213</c:v>
                </c:pt>
                <c:pt idx="22">
                  <c:v>2485.6191037735848</c:v>
                </c:pt>
                <c:pt idx="23">
                  <c:v>2535.9539207760713</c:v>
                </c:pt>
                <c:pt idx="24">
                  <c:v>2392.2322375397666</c:v>
                </c:pt>
                <c:pt idx="25">
                  <c:v>2418.7987897125568</c:v>
                </c:pt>
                <c:pt idx="26">
                  <c:v>2238.8501742160279</c:v>
                </c:pt>
                <c:pt idx="27">
                  <c:v>2393.4459459459458</c:v>
                </c:pt>
                <c:pt idx="28">
                  <c:v>2271.2802768166089</c:v>
                </c:pt>
                <c:pt idx="29">
                  <c:v>2369.1999999999998</c:v>
                </c:pt>
                <c:pt idx="30">
                  <c:v>2401.3245033112585</c:v>
                </c:pt>
                <c:pt idx="31">
                  <c:v>2631.7307692307691</c:v>
                </c:pt>
                <c:pt idx="32">
                  <c:v>2175</c:v>
                </c:pt>
                <c:pt idx="33">
                  <c:v>2711.328125</c:v>
                </c:pt>
                <c:pt idx="34">
                  <c:v>2597.1698113207549</c:v>
                </c:pt>
                <c:pt idx="35">
                  <c:v>2311.931818181818</c:v>
                </c:pt>
                <c:pt idx="36">
                  <c:v>2446.09375</c:v>
                </c:pt>
                <c:pt idx="37">
                  <c:v>1887.0689655172414</c:v>
                </c:pt>
                <c:pt idx="38">
                  <c:v>3283.3333333333335</c:v>
                </c:pt>
                <c:pt idx="39">
                  <c:v>3226.9230769230771</c:v>
                </c:pt>
                <c:pt idx="40">
                  <c:v>3933.3333333333335</c:v>
                </c:pt>
                <c:pt idx="41">
                  <c:v>1740</c:v>
                </c:pt>
                <c:pt idx="42">
                  <c:v>3200</c:v>
                </c:pt>
                <c:pt idx="43">
                  <c:v>5550</c:v>
                </c:pt>
                <c:pt idx="44">
                  <c:v>3980</c:v>
                </c:pt>
                <c:pt idx="45">
                  <c:v>2600</c:v>
                </c:pt>
                <c:pt idx="46">
                  <c:v>1600</c:v>
                </c:pt>
                <c:pt idx="47">
                  <c:v>1750</c:v>
                </c:pt>
                <c:pt idx="48">
                  <c:v>2300</c:v>
                </c:pt>
                <c:pt idx="49">
                  <c:v>1600</c:v>
                </c:pt>
                <c:pt idx="50">
                  <c:v>1500</c:v>
                </c:pt>
                <c:pt idx="51">
                  <c:v>8500</c:v>
                </c:pt>
                <c:pt idx="52">
                  <c:v>1700</c:v>
                </c:pt>
                <c:pt idx="53">
                  <c:v>7000</c:v>
                </c:pt>
                <c:pt idx="54">
                  <c:v>3100</c:v>
                </c:pt>
                <c:pt idx="55">
                  <c:v>750</c:v>
                </c:pt>
                <c:pt idx="56">
                  <c:v>500</c:v>
                </c:pt>
                <c:pt idx="57">
                  <c:v>200</c:v>
                </c:pt>
                <c:pt idx="58">
                  <c:v>1763.1944444444443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0D-4262-84AE-6F237D4F77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08105232"/>
        <c:axId val="1208097072"/>
      </c:lineChart>
      <c:catAx>
        <c:axId val="12081052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Milegane</a:t>
                </a:r>
                <a:r>
                  <a:rPr lang="en-ZA" baseline="0"/>
                  <a:t> (in kms)</a:t>
                </a:r>
                <a:endParaRPr lang="en-ZA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ZA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8097072"/>
        <c:crosses val="autoZero"/>
        <c:auto val="1"/>
        <c:lblAlgn val="ctr"/>
        <c:lblOffset val="100"/>
        <c:noMultiLvlLbl val="0"/>
      </c:catAx>
      <c:valAx>
        <c:axId val="1208097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Selling</a:t>
                </a:r>
                <a:r>
                  <a:rPr lang="en-ZA" baseline="0"/>
                  <a:t> Price</a:t>
                </a:r>
                <a:endParaRPr lang="en-ZA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ZA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8105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63DC52-3085-448B-AF14-D7E3D12F417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3A5161B-B966-43BE-BDAB-2176C7FA9C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Optimize inventory: focus on high performing models</a:t>
          </a:r>
        </a:p>
      </dgm:t>
    </dgm:pt>
    <dgm:pt modelId="{254A8059-813A-49B7-BB07-4CF39BFFC636}" type="parTrans" cxnId="{9E69DC7C-3821-4B7A-9E00-64D61FE93263}">
      <dgm:prSet/>
      <dgm:spPr/>
      <dgm:t>
        <a:bodyPr/>
        <a:lstStyle/>
        <a:p>
          <a:endParaRPr lang="en-US"/>
        </a:p>
      </dgm:t>
    </dgm:pt>
    <dgm:pt modelId="{8A0E6DFA-3349-421A-A587-5674A65616EA}" type="sibTrans" cxnId="{9E69DC7C-3821-4B7A-9E00-64D61FE9326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AA954A9-67B0-4410-80CD-F052C6A6F0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Introduce dynamic pricing strategies</a:t>
          </a:r>
        </a:p>
      </dgm:t>
    </dgm:pt>
    <dgm:pt modelId="{B784D5E7-932E-43EC-9F39-2FD081B667BD}" type="parTrans" cxnId="{9E3F9DF5-A020-4B87-B45D-86C742C73F6B}">
      <dgm:prSet/>
      <dgm:spPr/>
      <dgm:t>
        <a:bodyPr/>
        <a:lstStyle/>
        <a:p>
          <a:endParaRPr lang="en-US"/>
        </a:p>
      </dgm:t>
    </dgm:pt>
    <dgm:pt modelId="{D7E98D2A-5349-4319-94CA-2E06E4F82654}" type="sibTrans" cxnId="{9E3F9DF5-A020-4B87-B45D-86C742C73F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AC27776-D3BA-443E-93F1-7952CA73DF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Expand dealership network in high potential areas</a:t>
          </a:r>
        </a:p>
      </dgm:t>
    </dgm:pt>
    <dgm:pt modelId="{F41125BE-4B6B-4685-A891-00887EB02656}" type="parTrans" cxnId="{895F3AFE-3C0C-4136-8883-BFAF893F1E88}">
      <dgm:prSet/>
      <dgm:spPr/>
      <dgm:t>
        <a:bodyPr/>
        <a:lstStyle/>
        <a:p>
          <a:endParaRPr lang="en-US"/>
        </a:p>
      </dgm:t>
    </dgm:pt>
    <dgm:pt modelId="{823473C4-3669-496F-89F0-20B3FA755CC7}" type="sibTrans" cxnId="{895F3AFE-3C0C-4136-8883-BFAF893F1E8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E61FFF7-038E-4C14-B8D5-BE34FDB3EB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Leverage data dashboards for real time decision making</a:t>
          </a:r>
        </a:p>
      </dgm:t>
    </dgm:pt>
    <dgm:pt modelId="{773DCD5E-D61C-4506-9AF5-709D361328AD}" type="parTrans" cxnId="{4FA57545-0B40-4D5B-971D-E4DF97672C74}">
      <dgm:prSet/>
      <dgm:spPr/>
      <dgm:t>
        <a:bodyPr/>
        <a:lstStyle/>
        <a:p>
          <a:endParaRPr lang="en-US"/>
        </a:p>
      </dgm:t>
    </dgm:pt>
    <dgm:pt modelId="{EAF82DD0-B041-44FE-987E-20C604CD5329}" type="sibTrans" cxnId="{4FA57545-0B40-4D5B-971D-E4DF97672C74}">
      <dgm:prSet/>
      <dgm:spPr/>
      <dgm:t>
        <a:bodyPr/>
        <a:lstStyle/>
        <a:p>
          <a:endParaRPr lang="en-US"/>
        </a:p>
      </dgm:t>
    </dgm:pt>
    <dgm:pt modelId="{3A00A938-3E7A-4D9E-8612-1C7A421CC60D}" type="pres">
      <dgm:prSet presAssocID="{5D63DC52-3085-448B-AF14-D7E3D12F417C}" presName="root" presStyleCnt="0">
        <dgm:presLayoutVars>
          <dgm:dir/>
          <dgm:resizeHandles val="exact"/>
        </dgm:presLayoutVars>
      </dgm:prSet>
      <dgm:spPr/>
    </dgm:pt>
    <dgm:pt modelId="{65107CA3-8F40-4AB2-8186-5BDB7CFF6785}" type="pres">
      <dgm:prSet presAssocID="{5D63DC52-3085-448B-AF14-D7E3D12F417C}" presName="container" presStyleCnt="0">
        <dgm:presLayoutVars>
          <dgm:dir/>
          <dgm:resizeHandles val="exact"/>
        </dgm:presLayoutVars>
      </dgm:prSet>
      <dgm:spPr/>
    </dgm:pt>
    <dgm:pt modelId="{EE4BB788-3A62-4158-B702-0D67026BD886}" type="pres">
      <dgm:prSet presAssocID="{E3A5161B-B966-43BE-BDAB-2176C7FA9C79}" presName="compNode" presStyleCnt="0"/>
      <dgm:spPr/>
    </dgm:pt>
    <dgm:pt modelId="{867352F9-DBAB-41C6-A7EF-C812AF02F9CD}" type="pres">
      <dgm:prSet presAssocID="{E3A5161B-B966-43BE-BDAB-2176C7FA9C79}" presName="iconBgRect" presStyleLbl="bgShp" presStyleIdx="0" presStyleCnt="4"/>
      <dgm:spPr/>
    </dgm:pt>
    <dgm:pt modelId="{76CF19F4-D79F-4AE8-9381-2C026693E32D}" type="pres">
      <dgm:prSet presAssocID="{E3A5161B-B966-43BE-BDAB-2176C7FA9C7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5CC7B51-B63B-4215-A198-6FB22AA7D53C}" type="pres">
      <dgm:prSet presAssocID="{E3A5161B-B966-43BE-BDAB-2176C7FA9C79}" presName="spaceRect" presStyleCnt="0"/>
      <dgm:spPr/>
    </dgm:pt>
    <dgm:pt modelId="{6654F1FC-1A9F-45DF-9304-F0AD62957D8E}" type="pres">
      <dgm:prSet presAssocID="{E3A5161B-B966-43BE-BDAB-2176C7FA9C79}" presName="textRect" presStyleLbl="revTx" presStyleIdx="0" presStyleCnt="4">
        <dgm:presLayoutVars>
          <dgm:chMax val="1"/>
          <dgm:chPref val="1"/>
        </dgm:presLayoutVars>
      </dgm:prSet>
      <dgm:spPr/>
    </dgm:pt>
    <dgm:pt modelId="{604E8255-65E8-4211-8678-F13474CE3303}" type="pres">
      <dgm:prSet presAssocID="{8A0E6DFA-3349-421A-A587-5674A65616EA}" presName="sibTrans" presStyleLbl="sibTrans2D1" presStyleIdx="0" presStyleCnt="0"/>
      <dgm:spPr/>
    </dgm:pt>
    <dgm:pt modelId="{0B18201B-BA4B-4C0F-9187-FAB11A991EF8}" type="pres">
      <dgm:prSet presAssocID="{EAA954A9-67B0-4410-80CD-F052C6A6F042}" presName="compNode" presStyleCnt="0"/>
      <dgm:spPr/>
    </dgm:pt>
    <dgm:pt modelId="{77A2CC1A-59E1-4B5B-B716-A598FA0E81BF}" type="pres">
      <dgm:prSet presAssocID="{EAA954A9-67B0-4410-80CD-F052C6A6F042}" presName="iconBgRect" presStyleLbl="bgShp" presStyleIdx="1" presStyleCnt="4"/>
      <dgm:spPr/>
    </dgm:pt>
    <dgm:pt modelId="{FEF45071-7EBF-4A21-A79C-AAD1521B86C3}" type="pres">
      <dgm:prSet presAssocID="{EAA954A9-67B0-4410-80CD-F052C6A6F04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F6607F5-217A-4E10-A24B-BF31BFB590D1}" type="pres">
      <dgm:prSet presAssocID="{EAA954A9-67B0-4410-80CD-F052C6A6F042}" presName="spaceRect" presStyleCnt="0"/>
      <dgm:spPr/>
    </dgm:pt>
    <dgm:pt modelId="{A733CD04-7802-49AF-B5F1-5BDE18B2148C}" type="pres">
      <dgm:prSet presAssocID="{EAA954A9-67B0-4410-80CD-F052C6A6F042}" presName="textRect" presStyleLbl="revTx" presStyleIdx="1" presStyleCnt="4">
        <dgm:presLayoutVars>
          <dgm:chMax val="1"/>
          <dgm:chPref val="1"/>
        </dgm:presLayoutVars>
      </dgm:prSet>
      <dgm:spPr/>
    </dgm:pt>
    <dgm:pt modelId="{33727B6E-3553-42C2-BED3-05311F80C872}" type="pres">
      <dgm:prSet presAssocID="{D7E98D2A-5349-4319-94CA-2E06E4F82654}" presName="sibTrans" presStyleLbl="sibTrans2D1" presStyleIdx="0" presStyleCnt="0"/>
      <dgm:spPr/>
    </dgm:pt>
    <dgm:pt modelId="{3E4C281F-4A65-45BE-8013-310292D307E1}" type="pres">
      <dgm:prSet presAssocID="{FAC27776-D3BA-443E-93F1-7952CA73DF60}" presName="compNode" presStyleCnt="0"/>
      <dgm:spPr/>
    </dgm:pt>
    <dgm:pt modelId="{E72CE703-1693-4033-AA62-4FE4B4446CD9}" type="pres">
      <dgm:prSet presAssocID="{FAC27776-D3BA-443E-93F1-7952CA73DF60}" presName="iconBgRect" presStyleLbl="bgShp" presStyleIdx="2" presStyleCnt="4"/>
      <dgm:spPr/>
    </dgm:pt>
    <dgm:pt modelId="{159DDBBE-597D-4163-A6F1-9958FEF9AF69}" type="pres">
      <dgm:prSet presAssocID="{FAC27776-D3BA-443E-93F1-7952CA73DF6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C9995710-A4C2-4B4A-BBCE-9132A3954571}" type="pres">
      <dgm:prSet presAssocID="{FAC27776-D3BA-443E-93F1-7952CA73DF60}" presName="spaceRect" presStyleCnt="0"/>
      <dgm:spPr/>
    </dgm:pt>
    <dgm:pt modelId="{7F884E77-E6B5-4BDB-AEB7-D6B1AFA95E4A}" type="pres">
      <dgm:prSet presAssocID="{FAC27776-D3BA-443E-93F1-7952CA73DF60}" presName="textRect" presStyleLbl="revTx" presStyleIdx="2" presStyleCnt="4">
        <dgm:presLayoutVars>
          <dgm:chMax val="1"/>
          <dgm:chPref val="1"/>
        </dgm:presLayoutVars>
      </dgm:prSet>
      <dgm:spPr/>
    </dgm:pt>
    <dgm:pt modelId="{27B6F716-51DC-468C-8D4A-A5F78EDEDD27}" type="pres">
      <dgm:prSet presAssocID="{823473C4-3669-496F-89F0-20B3FA755CC7}" presName="sibTrans" presStyleLbl="sibTrans2D1" presStyleIdx="0" presStyleCnt="0"/>
      <dgm:spPr/>
    </dgm:pt>
    <dgm:pt modelId="{DCFCEFF5-E43E-492F-AF22-9E41B4777722}" type="pres">
      <dgm:prSet presAssocID="{7E61FFF7-038E-4C14-B8D5-BE34FDB3EBCC}" presName="compNode" presStyleCnt="0"/>
      <dgm:spPr/>
    </dgm:pt>
    <dgm:pt modelId="{00652580-1182-4E41-A61F-1B3822459475}" type="pres">
      <dgm:prSet presAssocID="{7E61FFF7-038E-4C14-B8D5-BE34FDB3EBCC}" presName="iconBgRect" presStyleLbl="bgShp" presStyleIdx="3" presStyleCnt="4"/>
      <dgm:spPr/>
    </dgm:pt>
    <dgm:pt modelId="{9CEA1B6D-603C-48BF-AF92-ADD681186F7B}" type="pres">
      <dgm:prSet presAssocID="{7E61FFF7-038E-4C14-B8D5-BE34FDB3EBC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F9E20D9F-1FC7-4492-9830-FB4A2F7AB470}" type="pres">
      <dgm:prSet presAssocID="{7E61FFF7-038E-4C14-B8D5-BE34FDB3EBCC}" presName="spaceRect" presStyleCnt="0"/>
      <dgm:spPr/>
    </dgm:pt>
    <dgm:pt modelId="{6F918608-75CA-4D45-984A-DA00C6F17EF4}" type="pres">
      <dgm:prSet presAssocID="{7E61FFF7-038E-4C14-B8D5-BE34FDB3EBC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FA57545-0B40-4D5B-971D-E4DF97672C74}" srcId="{5D63DC52-3085-448B-AF14-D7E3D12F417C}" destId="{7E61FFF7-038E-4C14-B8D5-BE34FDB3EBCC}" srcOrd="3" destOrd="0" parTransId="{773DCD5E-D61C-4506-9AF5-709D361328AD}" sibTransId="{EAF82DD0-B041-44FE-987E-20C604CD5329}"/>
    <dgm:cxn modelId="{CC9F4E70-9292-4D26-B553-C4993350D223}" type="presOf" srcId="{E3A5161B-B966-43BE-BDAB-2176C7FA9C79}" destId="{6654F1FC-1A9F-45DF-9304-F0AD62957D8E}" srcOrd="0" destOrd="0" presId="urn:microsoft.com/office/officeart/2018/2/layout/IconCircleList"/>
    <dgm:cxn modelId="{5548F576-CE15-4ACA-A537-70977E4EAECB}" type="presOf" srcId="{7E61FFF7-038E-4C14-B8D5-BE34FDB3EBCC}" destId="{6F918608-75CA-4D45-984A-DA00C6F17EF4}" srcOrd="0" destOrd="0" presId="urn:microsoft.com/office/officeart/2018/2/layout/IconCircleList"/>
    <dgm:cxn modelId="{9E69DC7C-3821-4B7A-9E00-64D61FE93263}" srcId="{5D63DC52-3085-448B-AF14-D7E3D12F417C}" destId="{E3A5161B-B966-43BE-BDAB-2176C7FA9C79}" srcOrd="0" destOrd="0" parTransId="{254A8059-813A-49B7-BB07-4CF39BFFC636}" sibTransId="{8A0E6DFA-3349-421A-A587-5674A65616EA}"/>
    <dgm:cxn modelId="{D6A51E84-2239-4C90-A1AF-4B05E7D9AC5C}" type="presOf" srcId="{D7E98D2A-5349-4319-94CA-2E06E4F82654}" destId="{33727B6E-3553-42C2-BED3-05311F80C872}" srcOrd="0" destOrd="0" presId="urn:microsoft.com/office/officeart/2018/2/layout/IconCircleList"/>
    <dgm:cxn modelId="{A189489E-B1B2-42A8-96A2-619C86ECC617}" type="presOf" srcId="{823473C4-3669-496F-89F0-20B3FA755CC7}" destId="{27B6F716-51DC-468C-8D4A-A5F78EDEDD27}" srcOrd="0" destOrd="0" presId="urn:microsoft.com/office/officeart/2018/2/layout/IconCircleList"/>
    <dgm:cxn modelId="{9C3088A6-4097-4AD5-A7A4-B74DEA33E9E3}" type="presOf" srcId="{5D63DC52-3085-448B-AF14-D7E3D12F417C}" destId="{3A00A938-3E7A-4D9E-8612-1C7A421CC60D}" srcOrd="0" destOrd="0" presId="urn:microsoft.com/office/officeart/2018/2/layout/IconCircleList"/>
    <dgm:cxn modelId="{E3BAFCDD-748C-4291-9476-11B781F88FC3}" type="presOf" srcId="{EAA954A9-67B0-4410-80CD-F052C6A6F042}" destId="{A733CD04-7802-49AF-B5F1-5BDE18B2148C}" srcOrd="0" destOrd="0" presId="urn:microsoft.com/office/officeart/2018/2/layout/IconCircleList"/>
    <dgm:cxn modelId="{AEAE3ADF-FC79-44A0-9FA2-F50BAA09355C}" type="presOf" srcId="{8A0E6DFA-3349-421A-A587-5674A65616EA}" destId="{604E8255-65E8-4211-8678-F13474CE3303}" srcOrd="0" destOrd="0" presId="urn:microsoft.com/office/officeart/2018/2/layout/IconCircleList"/>
    <dgm:cxn modelId="{9E3F9DF5-A020-4B87-B45D-86C742C73F6B}" srcId="{5D63DC52-3085-448B-AF14-D7E3D12F417C}" destId="{EAA954A9-67B0-4410-80CD-F052C6A6F042}" srcOrd="1" destOrd="0" parTransId="{B784D5E7-932E-43EC-9F39-2FD081B667BD}" sibTransId="{D7E98D2A-5349-4319-94CA-2E06E4F82654}"/>
    <dgm:cxn modelId="{115AF6FA-02F3-4BFD-8765-76A573CBBF8B}" type="presOf" srcId="{FAC27776-D3BA-443E-93F1-7952CA73DF60}" destId="{7F884E77-E6B5-4BDB-AEB7-D6B1AFA95E4A}" srcOrd="0" destOrd="0" presId="urn:microsoft.com/office/officeart/2018/2/layout/IconCircleList"/>
    <dgm:cxn modelId="{895F3AFE-3C0C-4136-8883-BFAF893F1E88}" srcId="{5D63DC52-3085-448B-AF14-D7E3D12F417C}" destId="{FAC27776-D3BA-443E-93F1-7952CA73DF60}" srcOrd="2" destOrd="0" parTransId="{F41125BE-4B6B-4685-A891-00887EB02656}" sibTransId="{823473C4-3669-496F-89F0-20B3FA755CC7}"/>
    <dgm:cxn modelId="{80A470A4-2AA6-408F-9423-F52393030EF7}" type="presParOf" srcId="{3A00A938-3E7A-4D9E-8612-1C7A421CC60D}" destId="{65107CA3-8F40-4AB2-8186-5BDB7CFF6785}" srcOrd="0" destOrd="0" presId="urn:microsoft.com/office/officeart/2018/2/layout/IconCircleList"/>
    <dgm:cxn modelId="{DFAE41E8-3A02-4C07-8629-62B8F31550A6}" type="presParOf" srcId="{65107CA3-8F40-4AB2-8186-5BDB7CFF6785}" destId="{EE4BB788-3A62-4158-B702-0D67026BD886}" srcOrd="0" destOrd="0" presId="urn:microsoft.com/office/officeart/2018/2/layout/IconCircleList"/>
    <dgm:cxn modelId="{F4524694-5D3E-4130-991C-339B5271AAE2}" type="presParOf" srcId="{EE4BB788-3A62-4158-B702-0D67026BD886}" destId="{867352F9-DBAB-41C6-A7EF-C812AF02F9CD}" srcOrd="0" destOrd="0" presId="urn:microsoft.com/office/officeart/2018/2/layout/IconCircleList"/>
    <dgm:cxn modelId="{337B484C-73FF-4688-87D4-5CCB1B54C569}" type="presParOf" srcId="{EE4BB788-3A62-4158-B702-0D67026BD886}" destId="{76CF19F4-D79F-4AE8-9381-2C026693E32D}" srcOrd="1" destOrd="0" presId="urn:microsoft.com/office/officeart/2018/2/layout/IconCircleList"/>
    <dgm:cxn modelId="{F5710272-62D1-4559-97CC-045A5A2B3357}" type="presParOf" srcId="{EE4BB788-3A62-4158-B702-0D67026BD886}" destId="{F5CC7B51-B63B-4215-A198-6FB22AA7D53C}" srcOrd="2" destOrd="0" presId="urn:microsoft.com/office/officeart/2018/2/layout/IconCircleList"/>
    <dgm:cxn modelId="{E2B0099B-2A48-43BE-89EA-466EC8FED5C7}" type="presParOf" srcId="{EE4BB788-3A62-4158-B702-0D67026BD886}" destId="{6654F1FC-1A9F-45DF-9304-F0AD62957D8E}" srcOrd="3" destOrd="0" presId="urn:microsoft.com/office/officeart/2018/2/layout/IconCircleList"/>
    <dgm:cxn modelId="{7BBAE369-091C-4A8D-BF7B-2FE8D3A20FED}" type="presParOf" srcId="{65107CA3-8F40-4AB2-8186-5BDB7CFF6785}" destId="{604E8255-65E8-4211-8678-F13474CE3303}" srcOrd="1" destOrd="0" presId="urn:microsoft.com/office/officeart/2018/2/layout/IconCircleList"/>
    <dgm:cxn modelId="{85A0BCD3-736B-45B2-9EDB-6E2C02B2947F}" type="presParOf" srcId="{65107CA3-8F40-4AB2-8186-5BDB7CFF6785}" destId="{0B18201B-BA4B-4C0F-9187-FAB11A991EF8}" srcOrd="2" destOrd="0" presId="urn:microsoft.com/office/officeart/2018/2/layout/IconCircleList"/>
    <dgm:cxn modelId="{965B28E5-9C39-4E86-9946-776975DEAC43}" type="presParOf" srcId="{0B18201B-BA4B-4C0F-9187-FAB11A991EF8}" destId="{77A2CC1A-59E1-4B5B-B716-A598FA0E81BF}" srcOrd="0" destOrd="0" presId="urn:microsoft.com/office/officeart/2018/2/layout/IconCircleList"/>
    <dgm:cxn modelId="{B0C0EF09-982B-4452-819C-CFCA1CC0596D}" type="presParOf" srcId="{0B18201B-BA4B-4C0F-9187-FAB11A991EF8}" destId="{FEF45071-7EBF-4A21-A79C-AAD1521B86C3}" srcOrd="1" destOrd="0" presId="urn:microsoft.com/office/officeart/2018/2/layout/IconCircleList"/>
    <dgm:cxn modelId="{6B4C4F46-646E-400B-AF6A-FD519DBFECDB}" type="presParOf" srcId="{0B18201B-BA4B-4C0F-9187-FAB11A991EF8}" destId="{FF6607F5-217A-4E10-A24B-BF31BFB590D1}" srcOrd="2" destOrd="0" presId="urn:microsoft.com/office/officeart/2018/2/layout/IconCircleList"/>
    <dgm:cxn modelId="{0EC4FDFB-18C3-4B19-B616-F3BBE9CCEFEB}" type="presParOf" srcId="{0B18201B-BA4B-4C0F-9187-FAB11A991EF8}" destId="{A733CD04-7802-49AF-B5F1-5BDE18B2148C}" srcOrd="3" destOrd="0" presId="urn:microsoft.com/office/officeart/2018/2/layout/IconCircleList"/>
    <dgm:cxn modelId="{F6E72C34-5603-4C4E-86FB-587550CCD165}" type="presParOf" srcId="{65107CA3-8F40-4AB2-8186-5BDB7CFF6785}" destId="{33727B6E-3553-42C2-BED3-05311F80C872}" srcOrd="3" destOrd="0" presId="urn:microsoft.com/office/officeart/2018/2/layout/IconCircleList"/>
    <dgm:cxn modelId="{1DA2B79A-3A43-4949-BFEE-BA9498321245}" type="presParOf" srcId="{65107CA3-8F40-4AB2-8186-5BDB7CFF6785}" destId="{3E4C281F-4A65-45BE-8013-310292D307E1}" srcOrd="4" destOrd="0" presId="urn:microsoft.com/office/officeart/2018/2/layout/IconCircleList"/>
    <dgm:cxn modelId="{78B07127-AD31-4255-8996-A0E021F5AC32}" type="presParOf" srcId="{3E4C281F-4A65-45BE-8013-310292D307E1}" destId="{E72CE703-1693-4033-AA62-4FE4B4446CD9}" srcOrd="0" destOrd="0" presId="urn:microsoft.com/office/officeart/2018/2/layout/IconCircleList"/>
    <dgm:cxn modelId="{5141772C-9B42-4DEF-90DE-E0DAA636A2CE}" type="presParOf" srcId="{3E4C281F-4A65-45BE-8013-310292D307E1}" destId="{159DDBBE-597D-4163-A6F1-9958FEF9AF69}" srcOrd="1" destOrd="0" presId="urn:microsoft.com/office/officeart/2018/2/layout/IconCircleList"/>
    <dgm:cxn modelId="{93B038DD-F0F8-4809-9329-3E61F2D1C144}" type="presParOf" srcId="{3E4C281F-4A65-45BE-8013-310292D307E1}" destId="{C9995710-A4C2-4B4A-BBCE-9132A3954571}" srcOrd="2" destOrd="0" presId="urn:microsoft.com/office/officeart/2018/2/layout/IconCircleList"/>
    <dgm:cxn modelId="{6506969F-A821-4ECC-BCB9-9736185456D3}" type="presParOf" srcId="{3E4C281F-4A65-45BE-8013-310292D307E1}" destId="{7F884E77-E6B5-4BDB-AEB7-D6B1AFA95E4A}" srcOrd="3" destOrd="0" presId="urn:microsoft.com/office/officeart/2018/2/layout/IconCircleList"/>
    <dgm:cxn modelId="{6BB2704F-6CC2-4343-87D1-72B73EF617B0}" type="presParOf" srcId="{65107CA3-8F40-4AB2-8186-5BDB7CFF6785}" destId="{27B6F716-51DC-468C-8D4A-A5F78EDEDD27}" srcOrd="5" destOrd="0" presId="urn:microsoft.com/office/officeart/2018/2/layout/IconCircleList"/>
    <dgm:cxn modelId="{3F555671-9BC8-42C2-96EE-A4E725FF7CF3}" type="presParOf" srcId="{65107CA3-8F40-4AB2-8186-5BDB7CFF6785}" destId="{DCFCEFF5-E43E-492F-AF22-9E41B4777722}" srcOrd="6" destOrd="0" presId="urn:microsoft.com/office/officeart/2018/2/layout/IconCircleList"/>
    <dgm:cxn modelId="{A7316994-88BD-4D7F-BA03-9ED6DDCB79F6}" type="presParOf" srcId="{DCFCEFF5-E43E-492F-AF22-9E41B4777722}" destId="{00652580-1182-4E41-A61F-1B3822459475}" srcOrd="0" destOrd="0" presId="urn:microsoft.com/office/officeart/2018/2/layout/IconCircleList"/>
    <dgm:cxn modelId="{3CB2FB51-B66D-4C59-821B-9BAEC08FA61B}" type="presParOf" srcId="{DCFCEFF5-E43E-492F-AF22-9E41B4777722}" destId="{9CEA1B6D-603C-48BF-AF92-ADD681186F7B}" srcOrd="1" destOrd="0" presId="urn:microsoft.com/office/officeart/2018/2/layout/IconCircleList"/>
    <dgm:cxn modelId="{47251182-991D-4B17-8044-4253E3CC2324}" type="presParOf" srcId="{DCFCEFF5-E43E-492F-AF22-9E41B4777722}" destId="{F9E20D9F-1FC7-4492-9830-FB4A2F7AB470}" srcOrd="2" destOrd="0" presId="urn:microsoft.com/office/officeart/2018/2/layout/IconCircleList"/>
    <dgm:cxn modelId="{723DCBDA-1955-4E60-A21B-67280AFEF0A2}" type="presParOf" srcId="{DCFCEFF5-E43E-492F-AF22-9E41B4777722}" destId="{6F918608-75CA-4D45-984A-DA00C6F17EF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352F9-DBAB-41C6-A7EF-C812AF02F9CD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CF19F4-D79F-4AE8-9381-2C026693E32D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54F1FC-1A9F-45DF-9304-F0AD62957D8E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Optimize inventory: focus on high performing models</a:t>
          </a:r>
        </a:p>
      </dsp:txBody>
      <dsp:txXfrm>
        <a:off x="1834517" y="469890"/>
        <a:ext cx="3148942" cy="1335915"/>
      </dsp:txXfrm>
    </dsp:sp>
    <dsp:sp modelId="{77A2CC1A-59E1-4B5B-B716-A598FA0E81BF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F45071-7EBF-4A21-A79C-AAD1521B86C3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33CD04-7802-49AF-B5F1-5BDE18B2148C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Introduce dynamic pricing strategies</a:t>
          </a:r>
        </a:p>
      </dsp:txBody>
      <dsp:txXfrm>
        <a:off x="7154322" y="469890"/>
        <a:ext cx="3148942" cy="1335915"/>
      </dsp:txXfrm>
    </dsp:sp>
    <dsp:sp modelId="{E72CE703-1693-4033-AA62-4FE4B4446CD9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DDBBE-597D-4163-A6F1-9958FEF9AF69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884E77-E6B5-4BDB-AEB7-D6B1AFA95E4A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Expand dealership network in high potential areas</a:t>
          </a:r>
        </a:p>
      </dsp:txBody>
      <dsp:txXfrm>
        <a:off x="1834517" y="2545532"/>
        <a:ext cx="3148942" cy="1335915"/>
      </dsp:txXfrm>
    </dsp:sp>
    <dsp:sp modelId="{00652580-1182-4E41-A61F-1B3822459475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EA1B6D-603C-48BF-AF92-ADD681186F7B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18608-75CA-4D45-984A-DA00C6F17EF4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Leverage data dashboards for real time decision making</a:t>
          </a:r>
        </a:p>
      </dsp:txBody>
      <dsp:txXfrm>
        <a:off x="7154322" y="2545532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669A-A6D4-4A53-E1E3-849A8353C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BA289-6B63-1274-9850-AAA066152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E3430-B154-DD5E-7389-5000DC24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1CA7-74E7-4F9B-B5D5-235A9443E9C0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FB-56D5-54FF-FFEB-45A02AD3A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DF648-A442-5B32-0C81-DA7DB8141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94DAA-DB12-4BE0-8C3D-199C582699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1845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481E4-4662-162C-B449-6D7AA720F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B90DE-95C0-24AB-6039-7B8DF34AE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3FEF6-4F9D-8789-3868-B7C41ACAA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1CA7-74E7-4F9B-B5D5-235A9443E9C0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B662A-4B71-C4CE-680F-865726A9B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819DB-438F-018D-379A-D2205072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94DAA-DB12-4BE0-8C3D-199C582699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3421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5BA0C-5452-3161-FE42-14C2ADCC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791E1-7315-40E2-362A-B3CAEF9A0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B3A3B-E6C4-DC09-6862-6DBD7C4E7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1CA7-74E7-4F9B-B5D5-235A9443E9C0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B8366-1D73-C0A7-82A7-C2F2BBCD1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BC7BA-45B8-9A33-5DDA-4C3B58FA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94DAA-DB12-4BE0-8C3D-199C582699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51264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1BBF-ADCE-2776-B5DE-174AA4486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11FE4-3441-3431-89D1-466A72C8E4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65793-C9A8-520A-E86C-59497D4FD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71A3A-5D40-1F68-86DF-3741844D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1CA7-74E7-4F9B-B5D5-235A9443E9C0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82424-6E93-5BA0-64C3-80759303B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58B4B-DA3E-97FC-F966-7C9D73530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94DAA-DB12-4BE0-8C3D-199C582699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4099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C87E-CAD7-DB31-295B-CAC9AB657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A7C04-D42A-571D-2939-17D1F78A4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71FC1-BEEE-5DD3-F5B3-532B90A74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8F7A4C-70FC-0504-EC42-2782FD0D2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49D93B-95C2-6751-5875-FCF78816BA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4AEEA8-950E-0794-0067-D362E024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1CA7-74E7-4F9B-B5D5-235A9443E9C0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CE00C-839B-4FED-C94A-5971DB1E2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C93465-B264-B342-CFC9-898974BAB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94DAA-DB12-4BE0-8C3D-199C582699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10175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B26FE-C184-C97F-048B-C7D938C4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0410CA-4798-54FE-08C2-FA73B7615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1CA7-74E7-4F9B-B5D5-235A9443E9C0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75818F-DBA2-5895-1ACD-FB6BF3669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DE321-F0EF-553B-1801-FE41DB19C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94DAA-DB12-4BE0-8C3D-199C582699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0007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F8F924-FA64-913A-8FC0-06A0E5FDA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1CA7-74E7-4F9B-B5D5-235A9443E9C0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E0A2D7-94D0-682C-8918-072A6D310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87AF9-32B0-E485-8258-C19A560D4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94DAA-DB12-4BE0-8C3D-199C582699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317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ACDDE-FF08-ABBB-6D80-DFB7E9861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B1735-95B8-3D7A-BE2B-8843C88ED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5D23-9F1C-243E-1EFA-4D09794EB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B38F5-08B8-AE97-17F9-DDE2A9C48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1CA7-74E7-4F9B-B5D5-235A9443E9C0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B53FF-0AC7-1010-A44D-5CFBD94B0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793CC-CA48-744C-BFA4-E6D9E7DC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94DAA-DB12-4BE0-8C3D-199C582699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9166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DD9FC-29DB-25F7-239B-821BADB74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2A7A3D-0AA2-7C47-7619-89B554104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EF560-D7CE-A15B-97F9-16ECDB19C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5A478-DA14-74E3-D6F7-5EBE22935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1CA7-74E7-4F9B-B5D5-235A9443E9C0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319BE-5C28-D5F4-5A64-F8875AF18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FB9B8-FA2A-33BD-6159-5285A8F8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94DAA-DB12-4BE0-8C3D-199C582699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0474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839F4-9081-8518-BEC2-14C7A840F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B56BB-0B4A-88D9-649A-BFE3AAC84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C8263-7479-A81A-BBF4-2EE6523F2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1CA7-74E7-4F9B-B5D5-235A9443E9C0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AA6C5-FE3F-9B2C-B5F9-E0CCA93BD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A68D9-EFF0-5B2A-05BF-E239D476A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94DAA-DB12-4BE0-8C3D-199C582699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16515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EE2D3E-8BF0-7C90-A51B-07CAD55534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E4B08-F650-F6DB-4B82-E3FB2CFC3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0631C-57BB-0578-5FEA-380764C2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1CA7-74E7-4F9B-B5D5-235A9443E9C0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B72B7-29E3-3966-F52E-A042F40B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7D323-583B-2E36-502A-21010CE0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94DAA-DB12-4BE0-8C3D-199C582699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219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6DCB7D-471D-4D65-7B97-58F0288CC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739BE-1EE6-3804-47E6-4ED71771B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211BB-7F7D-047C-44C8-306A43666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81CA7-74E7-4F9B-B5D5-235A9443E9C0}" type="datetimeFigureOut">
              <a:rPr lang="en-ZA" smtClean="0"/>
              <a:t>2025/11/25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C5F0F-6F67-33C6-F4D6-E4827B8E3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7773D-86D8-FC4F-F667-FD269540B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794DAA-DB12-4BE0-8C3D-199C582699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18106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D630B4-4CCC-7B1D-1803-DAED942D7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metal dumbell">
            <a:extLst>
              <a:ext uri="{FF2B5EF4-FFF2-40B4-BE49-F238E27FC236}">
                <a16:creationId xmlns:a16="http://schemas.microsoft.com/office/drawing/2014/main" id="{62889582-4708-F6F8-1E14-2B2F8D3042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662" b="2894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346DB1-027E-EFC6-7F3E-0C977DC78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48600" cy="3204429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Bright Motors Car Sales Analysis</a:t>
            </a:r>
            <a:endParaRPr lang="en-ZA" sz="40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E528B9-7770-899B-F2C6-BB94A553F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792531"/>
            <a:ext cx="5334000" cy="1089423"/>
          </a:xfrm>
        </p:spPr>
        <p:txBody>
          <a:bodyPr anchor="b">
            <a:normAutofit/>
          </a:bodyPr>
          <a:lstStyle/>
          <a:p>
            <a:pPr algn="l"/>
            <a:r>
              <a:rPr lang="en-ZA" sz="1800">
                <a:solidFill>
                  <a:srgbClr val="FFFFFF"/>
                </a:solidFill>
              </a:rPr>
              <a:t>Prepared by Anelisa Dlamini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264613-F0F7-08CE-0ADF-98407A64D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09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30F081-790E-D016-319D-A2651656B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ZA" sz="400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4A92A-FD29-602A-5886-C06C8AAB1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To identify top revenue-generating makes and models</a:t>
            </a:r>
          </a:p>
          <a:p>
            <a:r>
              <a:rPr lang="en-US" sz="2000"/>
              <a:t>To analyse relationship between price, mileage, and year</a:t>
            </a:r>
          </a:p>
          <a:p>
            <a:r>
              <a:rPr lang="en-US" sz="2000"/>
              <a:t>To assess regional performance</a:t>
            </a:r>
          </a:p>
          <a:p>
            <a:r>
              <a:rPr lang="en-US" sz="2000"/>
              <a:t>To identify emerging customer trends</a:t>
            </a:r>
          </a:p>
          <a:p>
            <a:r>
              <a:rPr lang="en-US" sz="2000"/>
              <a:t>To recommend strategies to improve profitability</a:t>
            </a:r>
          </a:p>
          <a:p>
            <a:endParaRPr lang="en-ZA" sz="2000"/>
          </a:p>
        </p:txBody>
      </p:sp>
    </p:spTree>
    <p:extLst>
      <p:ext uri="{BB962C8B-B14F-4D97-AF65-F5344CB8AC3E}">
        <p14:creationId xmlns:p14="http://schemas.microsoft.com/office/powerpoint/2010/main" val="182763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03715-6D1F-EF33-7086-61E4B4ED3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7104" y="489694"/>
            <a:ext cx="5754896" cy="16675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Revenue Insights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83B2C1-5559-E643-55AF-14BBB96476B4}"/>
              </a:ext>
            </a:extLst>
          </p:cNvPr>
          <p:cNvSpPr txBox="1"/>
          <p:nvPr/>
        </p:nvSpPr>
        <p:spPr>
          <a:xfrm>
            <a:off x="6096000" y="2337057"/>
            <a:ext cx="5754896" cy="31974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Explorer Sport Trac generated the highest total revenue.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This model should be prioritized for: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Stocking Marketing campaigns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Supplier negotiations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Potential to become a flagship model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2D5CCB5-6B48-F6D7-033F-09056F55D8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843464"/>
              </p:ext>
            </p:extLst>
          </p:nvPr>
        </p:nvGraphicFramePr>
        <p:xfrm>
          <a:off x="0" y="662153"/>
          <a:ext cx="6096000" cy="4845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70977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89BD-CD5A-6124-7544-93F52922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Price vs Mileage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5335B4-BE2D-B0AE-D0C2-CCA66E63C764}"/>
              </a:ext>
            </a:extLst>
          </p:cNvPr>
          <p:cNvSpPr txBox="1"/>
          <p:nvPr/>
        </p:nvSpPr>
        <p:spPr>
          <a:xfrm>
            <a:off x="1940256" y="3617843"/>
            <a:ext cx="8332826" cy="1524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Selling price decreases as mileage increases.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Customers value low-mileage cars, meaning Bright Motors should: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Apply tiered pricing strategies based on mileage.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Promote low-mileage vehicles heavily.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Add value to high-mileage cars via warranties or service packages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616E2C-6A0D-8966-5F0C-2C9E5D650C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5057858"/>
              </p:ext>
            </p:extLst>
          </p:nvPr>
        </p:nvGraphicFramePr>
        <p:xfrm>
          <a:off x="1940256" y="314078"/>
          <a:ext cx="8311487" cy="3303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42863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69F07E-2032-F65F-DD15-8BF0405A6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7104" y="510770"/>
            <a:ext cx="5754896" cy="16675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Customer Preference Trends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EDDBEEA-14D7-6133-B222-23CACE1D8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48" y="1484026"/>
            <a:ext cx="5436434" cy="30579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AF7C09-6226-FAC0-C99A-D05C64A2849C}"/>
              </a:ext>
            </a:extLst>
          </p:cNvPr>
          <p:cNvSpPr txBox="1"/>
          <p:nvPr/>
        </p:nvSpPr>
        <p:spPr>
          <a:xfrm>
            <a:off x="6604654" y="2273945"/>
            <a:ext cx="5255398" cy="31974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Ford is the most preferred and purchased car make.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Bright Motors should: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Prioritize stocking Ford vehicles.</a:t>
            </a:r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Strengthen relationships with Ford suppliers.</a:t>
            </a:r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Create Ford-focused seasonal promotions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9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7035B-49C8-91B7-6609-5917E2130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34" y="500556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Customer Preference Trends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D557D2-6511-FC49-938E-194E36967691}"/>
              </a:ext>
            </a:extLst>
          </p:cNvPr>
          <p:cNvSpPr txBox="1"/>
          <p:nvPr/>
        </p:nvSpPr>
        <p:spPr>
          <a:xfrm>
            <a:off x="478535" y="2388427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This graph shows the least preferred cars.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Airstream, </a:t>
            </a:r>
            <a:r>
              <a:rPr lang="en-US" sz="1900" dirty="0" err="1"/>
              <a:t>chev</a:t>
            </a:r>
            <a:r>
              <a:rPr lang="en-US" sz="1900" dirty="0"/>
              <a:t> truck, dodge </a:t>
            </a:r>
            <a:r>
              <a:rPr lang="en-US" sz="1900" dirty="0" err="1"/>
              <a:t>tk</a:t>
            </a:r>
            <a:r>
              <a:rPr lang="en-US" sz="1900" dirty="0"/>
              <a:t>, dot, ford </a:t>
            </a:r>
            <a:r>
              <a:rPr lang="en-US" sz="1900" dirty="0" err="1"/>
              <a:t>tk</a:t>
            </a:r>
            <a:r>
              <a:rPr lang="en-US" sz="1900" dirty="0"/>
              <a:t>, </a:t>
            </a:r>
            <a:r>
              <a:rPr lang="en-US" sz="1900" dirty="0" err="1"/>
              <a:t>hyundai</a:t>
            </a:r>
            <a:r>
              <a:rPr lang="en-US" sz="1900" dirty="0"/>
              <a:t> </a:t>
            </a:r>
            <a:r>
              <a:rPr lang="en-US" sz="1900" dirty="0" err="1"/>
              <a:t>tk</a:t>
            </a:r>
            <a:r>
              <a:rPr lang="en-US" sz="1900" dirty="0"/>
              <a:t>, Lotus and </a:t>
            </a:r>
            <a:r>
              <a:rPr lang="en-US" sz="1900" dirty="0" err="1"/>
              <a:t>mazda</a:t>
            </a:r>
            <a:r>
              <a:rPr lang="en-US" sz="1900" dirty="0"/>
              <a:t> </a:t>
            </a:r>
            <a:r>
              <a:rPr lang="en-US" sz="1900" dirty="0" err="1"/>
              <a:t>tk</a:t>
            </a:r>
            <a:r>
              <a:rPr lang="en-US" sz="1900" dirty="0"/>
              <a:t>, are the least purchased cars, with just one purchase per car make.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These makes show very low demand and may cause slow moving inventory and higher carrying costs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Bright Motors should reduce stocking and clear remaining units using discounts or trade-in deals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2A451D-E82E-D7F8-7419-388256EEB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8796" y="1139252"/>
            <a:ext cx="6469444" cy="368758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027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9D10C-3EE1-6F46-22E6-F4B9283AE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Recommendation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4A36AE2-1A4F-E9F4-DC43-7FD76B8B16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155556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8534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</TotalTime>
  <Words>265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Bright Motors Car Sales Analysis</vt:lpstr>
      <vt:lpstr>Project Objectives</vt:lpstr>
      <vt:lpstr>Revenue Insights</vt:lpstr>
      <vt:lpstr>Price vs Mileage</vt:lpstr>
      <vt:lpstr>Customer Preference Trends</vt:lpstr>
      <vt:lpstr>Customer Preference Trends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Anelisa Dlamini</dc:creator>
  <cp:lastModifiedBy>Anelisa Dlamini</cp:lastModifiedBy>
  <cp:revision>1</cp:revision>
  <dcterms:created xsi:type="dcterms:W3CDTF">2025-11-24T03:48:53Z</dcterms:created>
  <dcterms:modified xsi:type="dcterms:W3CDTF">2025-11-25T17:20:31Z</dcterms:modified>
</cp:coreProperties>
</file>